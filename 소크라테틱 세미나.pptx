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ne Little Font Bold" charset="1" panose="00000800000000000000"/>
      <p:regular r:id="rId17"/>
    </p:embeddedFont>
    <p:embeddedFont>
      <p:font typeface="One Little Font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35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https://www.youtube.com/watch?v=zavyef-cUFA&amp;t=314s" TargetMode="External" Type="http://schemas.openxmlformats.org/officeDocument/2006/relationships/hyperlink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2662" y="-240003"/>
            <a:ext cx="18693324" cy="1076700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3831" cy="7564841"/>
            </a:xfrm>
            <a:custGeom>
              <a:avLst/>
              <a:gdLst/>
              <a:ahLst/>
              <a:cxnLst/>
              <a:rect r="r" b="b" t="t" l="l"/>
              <a:pathLst>
                <a:path h="7564841" w="13133831">
                  <a:moveTo>
                    <a:pt x="13133831" y="83589"/>
                  </a:moveTo>
                  <a:lnTo>
                    <a:pt x="13133831" y="0"/>
                  </a:lnTo>
                  <a:lnTo>
                    <a:pt x="72563" y="0"/>
                  </a:lnTo>
                  <a:lnTo>
                    <a:pt x="72563" y="41795"/>
                  </a:lnTo>
                  <a:lnTo>
                    <a:pt x="0" y="41795"/>
                  </a:lnTo>
                  <a:lnTo>
                    <a:pt x="0" y="7564841"/>
                  </a:lnTo>
                  <a:lnTo>
                    <a:pt x="145125" y="7564841"/>
                  </a:lnTo>
                  <a:lnTo>
                    <a:pt x="145125" y="6102027"/>
                  </a:lnTo>
                  <a:lnTo>
                    <a:pt x="2612254" y="6102027"/>
                  </a:lnTo>
                  <a:lnTo>
                    <a:pt x="2612254" y="7564841"/>
                  </a:lnTo>
                  <a:lnTo>
                    <a:pt x="2757379" y="7564841"/>
                  </a:lnTo>
                  <a:lnTo>
                    <a:pt x="2757379" y="6102027"/>
                  </a:lnTo>
                  <a:lnTo>
                    <a:pt x="5224507" y="6102027"/>
                  </a:lnTo>
                  <a:lnTo>
                    <a:pt x="5224507" y="7564841"/>
                  </a:lnTo>
                  <a:lnTo>
                    <a:pt x="5369632" y="7564841"/>
                  </a:lnTo>
                  <a:lnTo>
                    <a:pt x="5369632" y="6102027"/>
                  </a:lnTo>
                  <a:lnTo>
                    <a:pt x="7836760" y="6102027"/>
                  </a:lnTo>
                  <a:lnTo>
                    <a:pt x="7836760" y="7564841"/>
                  </a:lnTo>
                  <a:lnTo>
                    <a:pt x="7981886" y="7564841"/>
                  </a:lnTo>
                  <a:lnTo>
                    <a:pt x="7981886" y="6102027"/>
                  </a:lnTo>
                  <a:lnTo>
                    <a:pt x="10449014" y="6102027"/>
                  </a:lnTo>
                  <a:lnTo>
                    <a:pt x="10449014" y="7564841"/>
                  </a:lnTo>
                  <a:lnTo>
                    <a:pt x="10594139" y="7564841"/>
                  </a:lnTo>
                  <a:lnTo>
                    <a:pt x="10594139" y="6102027"/>
                  </a:lnTo>
                  <a:lnTo>
                    <a:pt x="13133831" y="6102027"/>
                  </a:lnTo>
                  <a:lnTo>
                    <a:pt x="13133831" y="6018438"/>
                  </a:lnTo>
                  <a:lnTo>
                    <a:pt x="10594139" y="6018438"/>
                  </a:lnTo>
                  <a:lnTo>
                    <a:pt x="10594139" y="4597417"/>
                  </a:lnTo>
                  <a:lnTo>
                    <a:pt x="13133831" y="4597417"/>
                  </a:lnTo>
                  <a:lnTo>
                    <a:pt x="13133831" y="4513828"/>
                  </a:lnTo>
                  <a:lnTo>
                    <a:pt x="10594139" y="4513828"/>
                  </a:lnTo>
                  <a:lnTo>
                    <a:pt x="10594139" y="3092808"/>
                  </a:lnTo>
                  <a:lnTo>
                    <a:pt x="13133831" y="3092808"/>
                  </a:lnTo>
                  <a:lnTo>
                    <a:pt x="13133831" y="3009219"/>
                  </a:lnTo>
                  <a:lnTo>
                    <a:pt x="10594139" y="3009219"/>
                  </a:lnTo>
                  <a:lnTo>
                    <a:pt x="10594139" y="1588199"/>
                  </a:lnTo>
                  <a:lnTo>
                    <a:pt x="13133831" y="1588199"/>
                  </a:lnTo>
                  <a:lnTo>
                    <a:pt x="13133831" y="1504609"/>
                  </a:lnTo>
                  <a:lnTo>
                    <a:pt x="10594139" y="1504609"/>
                  </a:lnTo>
                  <a:lnTo>
                    <a:pt x="10594139" y="83589"/>
                  </a:lnTo>
                  <a:lnTo>
                    <a:pt x="13133831" y="83589"/>
                  </a:lnTo>
                  <a:close/>
                  <a:moveTo>
                    <a:pt x="2757379" y="1504609"/>
                  </a:moveTo>
                  <a:lnTo>
                    <a:pt x="2757379" y="83589"/>
                  </a:lnTo>
                  <a:lnTo>
                    <a:pt x="5224507" y="83589"/>
                  </a:lnTo>
                  <a:lnTo>
                    <a:pt x="5224507" y="1504609"/>
                  </a:lnTo>
                  <a:lnTo>
                    <a:pt x="2757379" y="1504609"/>
                  </a:lnTo>
                  <a:close/>
                  <a:moveTo>
                    <a:pt x="5224507" y="1588199"/>
                  </a:moveTo>
                  <a:lnTo>
                    <a:pt x="5224507" y="3009219"/>
                  </a:lnTo>
                  <a:lnTo>
                    <a:pt x="2757379" y="3009219"/>
                  </a:lnTo>
                  <a:lnTo>
                    <a:pt x="2757379" y="1588199"/>
                  </a:lnTo>
                  <a:lnTo>
                    <a:pt x="5224507" y="1588199"/>
                  </a:lnTo>
                  <a:close/>
                  <a:moveTo>
                    <a:pt x="2612254" y="1504609"/>
                  </a:moveTo>
                  <a:lnTo>
                    <a:pt x="145125" y="1504609"/>
                  </a:lnTo>
                  <a:lnTo>
                    <a:pt x="145125" y="83589"/>
                  </a:lnTo>
                  <a:lnTo>
                    <a:pt x="2612254" y="83589"/>
                  </a:lnTo>
                  <a:lnTo>
                    <a:pt x="2612254" y="1504609"/>
                  </a:lnTo>
                  <a:close/>
                  <a:moveTo>
                    <a:pt x="2612254" y="1588199"/>
                  </a:moveTo>
                  <a:lnTo>
                    <a:pt x="2612254" y="3009219"/>
                  </a:lnTo>
                  <a:lnTo>
                    <a:pt x="145125" y="3009219"/>
                  </a:lnTo>
                  <a:lnTo>
                    <a:pt x="145125" y="1588199"/>
                  </a:lnTo>
                  <a:lnTo>
                    <a:pt x="2612254" y="1588199"/>
                  </a:lnTo>
                  <a:close/>
                  <a:moveTo>
                    <a:pt x="2612254" y="3092808"/>
                  </a:moveTo>
                  <a:lnTo>
                    <a:pt x="2612254" y="4513828"/>
                  </a:lnTo>
                  <a:lnTo>
                    <a:pt x="145125" y="4513828"/>
                  </a:lnTo>
                  <a:lnTo>
                    <a:pt x="145125" y="3092808"/>
                  </a:lnTo>
                  <a:lnTo>
                    <a:pt x="2612254" y="3092808"/>
                  </a:lnTo>
                  <a:close/>
                  <a:moveTo>
                    <a:pt x="2757379" y="3092808"/>
                  </a:moveTo>
                  <a:lnTo>
                    <a:pt x="5224507" y="3092808"/>
                  </a:lnTo>
                  <a:lnTo>
                    <a:pt x="5224507" y="4513828"/>
                  </a:lnTo>
                  <a:lnTo>
                    <a:pt x="2757379" y="4513828"/>
                  </a:lnTo>
                  <a:lnTo>
                    <a:pt x="2757379" y="3092808"/>
                  </a:lnTo>
                  <a:close/>
                  <a:moveTo>
                    <a:pt x="5369632" y="3092808"/>
                  </a:moveTo>
                  <a:lnTo>
                    <a:pt x="7836760" y="3092808"/>
                  </a:lnTo>
                  <a:lnTo>
                    <a:pt x="7836760" y="4513828"/>
                  </a:lnTo>
                  <a:lnTo>
                    <a:pt x="5369632" y="4513828"/>
                  </a:lnTo>
                  <a:lnTo>
                    <a:pt x="5369632" y="3092808"/>
                  </a:lnTo>
                  <a:close/>
                  <a:moveTo>
                    <a:pt x="5369632" y="3009219"/>
                  </a:moveTo>
                  <a:lnTo>
                    <a:pt x="5369632" y="1588199"/>
                  </a:lnTo>
                  <a:lnTo>
                    <a:pt x="7836760" y="1588199"/>
                  </a:lnTo>
                  <a:lnTo>
                    <a:pt x="7836760" y="3009219"/>
                  </a:lnTo>
                  <a:lnTo>
                    <a:pt x="5369632" y="3009219"/>
                  </a:lnTo>
                  <a:close/>
                  <a:moveTo>
                    <a:pt x="5369632" y="1504609"/>
                  </a:moveTo>
                  <a:lnTo>
                    <a:pt x="5369632" y="83589"/>
                  </a:lnTo>
                  <a:lnTo>
                    <a:pt x="7836760" y="83589"/>
                  </a:lnTo>
                  <a:lnTo>
                    <a:pt x="7836760" y="1504609"/>
                  </a:lnTo>
                  <a:lnTo>
                    <a:pt x="5369632" y="1504609"/>
                  </a:lnTo>
                  <a:close/>
                  <a:moveTo>
                    <a:pt x="145125" y="6018438"/>
                  </a:moveTo>
                  <a:lnTo>
                    <a:pt x="145125" y="4597417"/>
                  </a:lnTo>
                  <a:lnTo>
                    <a:pt x="2612254" y="4597417"/>
                  </a:lnTo>
                  <a:lnTo>
                    <a:pt x="2612254" y="6018438"/>
                  </a:lnTo>
                  <a:lnTo>
                    <a:pt x="145125" y="6018438"/>
                  </a:lnTo>
                  <a:close/>
                  <a:moveTo>
                    <a:pt x="2757379" y="6018438"/>
                  </a:moveTo>
                  <a:lnTo>
                    <a:pt x="2757379" y="4597417"/>
                  </a:lnTo>
                  <a:lnTo>
                    <a:pt x="5224507" y="4597417"/>
                  </a:lnTo>
                  <a:lnTo>
                    <a:pt x="5224507" y="6018438"/>
                  </a:lnTo>
                  <a:lnTo>
                    <a:pt x="2757379" y="6018438"/>
                  </a:lnTo>
                  <a:close/>
                  <a:moveTo>
                    <a:pt x="5369632" y="6018438"/>
                  </a:moveTo>
                  <a:lnTo>
                    <a:pt x="5369632" y="4597417"/>
                  </a:lnTo>
                  <a:lnTo>
                    <a:pt x="7836760" y="4597417"/>
                  </a:lnTo>
                  <a:lnTo>
                    <a:pt x="7836760" y="6018438"/>
                  </a:lnTo>
                  <a:lnTo>
                    <a:pt x="5369632" y="6018438"/>
                  </a:lnTo>
                  <a:close/>
                  <a:moveTo>
                    <a:pt x="10449014" y="6018438"/>
                  </a:moveTo>
                  <a:lnTo>
                    <a:pt x="7981886" y="6018438"/>
                  </a:lnTo>
                  <a:lnTo>
                    <a:pt x="7981886" y="4597417"/>
                  </a:lnTo>
                  <a:lnTo>
                    <a:pt x="10449014" y="4597417"/>
                  </a:lnTo>
                  <a:lnTo>
                    <a:pt x="10449014" y="6018438"/>
                  </a:lnTo>
                  <a:close/>
                  <a:moveTo>
                    <a:pt x="10449014" y="4513828"/>
                  </a:moveTo>
                  <a:lnTo>
                    <a:pt x="7981886" y="4513828"/>
                  </a:lnTo>
                  <a:lnTo>
                    <a:pt x="7981886" y="3092808"/>
                  </a:lnTo>
                  <a:lnTo>
                    <a:pt x="10449014" y="3092808"/>
                  </a:lnTo>
                  <a:lnTo>
                    <a:pt x="10449014" y="4513828"/>
                  </a:lnTo>
                  <a:close/>
                  <a:moveTo>
                    <a:pt x="10449014" y="3009219"/>
                  </a:moveTo>
                  <a:lnTo>
                    <a:pt x="7981886" y="3009219"/>
                  </a:lnTo>
                  <a:lnTo>
                    <a:pt x="7981886" y="1588199"/>
                  </a:lnTo>
                  <a:lnTo>
                    <a:pt x="10449014" y="1588199"/>
                  </a:lnTo>
                  <a:lnTo>
                    <a:pt x="10449014" y="3009219"/>
                  </a:lnTo>
                  <a:close/>
                  <a:moveTo>
                    <a:pt x="10449014" y="1504609"/>
                  </a:moveTo>
                  <a:lnTo>
                    <a:pt x="7981886" y="1504609"/>
                  </a:lnTo>
                  <a:lnTo>
                    <a:pt x="7981886" y="83589"/>
                  </a:lnTo>
                  <a:lnTo>
                    <a:pt x="10449014" y="83589"/>
                  </a:lnTo>
                  <a:lnTo>
                    <a:pt x="10449014" y="1504609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9447394">
            <a:off x="7242197" y="5396322"/>
            <a:ext cx="2370008" cy="3532532"/>
          </a:xfrm>
          <a:custGeom>
            <a:avLst/>
            <a:gdLst/>
            <a:ahLst/>
            <a:cxnLst/>
            <a:rect r="r" b="b" t="t" l="l"/>
            <a:pathLst>
              <a:path h="3532532" w="2370008">
                <a:moveTo>
                  <a:pt x="0" y="0"/>
                </a:moveTo>
                <a:lnTo>
                  <a:pt x="2370008" y="0"/>
                </a:lnTo>
                <a:lnTo>
                  <a:pt x="2370008" y="3532532"/>
                </a:lnTo>
                <a:lnTo>
                  <a:pt x="0" y="3532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67">
            <a:off x="5289402" y="4291250"/>
            <a:ext cx="1905928" cy="2840814"/>
          </a:xfrm>
          <a:custGeom>
            <a:avLst/>
            <a:gdLst/>
            <a:ahLst/>
            <a:cxnLst/>
            <a:rect r="r" b="b" t="t" l="l"/>
            <a:pathLst>
              <a:path h="2840814" w="1905928">
                <a:moveTo>
                  <a:pt x="0" y="0"/>
                </a:moveTo>
                <a:lnTo>
                  <a:pt x="1905928" y="0"/>
                </a:lnTo>
                <a:lnTo>
                  <a:pt x="1905928" y="2840814"/>
                </a:lnTo>
                <a:lnTo>
                  <a:pt x="0" y="2840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21087">
            <a:off x="8848533" y="4912218"/>
            <a:ext cx="2370008" cy="3532532"/>
          </a:xfrm>
          <a:custGeom>
            <a:avLst/>
            <a:gdLst/>
            <a:ahLst/>
            <a:cxnLst/>
            <a:rect r="r" b="b" t="t" l="l"/>
            <a:pathLst>
              <a:path h="3532532" w="2370008">
                <a:moveTo>
                  <a:pt x="0" y="0"/>
                </a:moveTo>
                <a:lnTo>
                  <a:pt x="2370008" y="0"/>
                </a:lnTo>
                <a:lnTo>
                  <a:pt x="2370008" y="3532532"/>
                </a:lnTo>
                <a:lnTo>
                  <a:pt x="0" y="3532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05706">
            <a:off x="12470790" y="5381717"/>
            <a:ext cx="2218573" cy="3306816"/>
          </a:xfrm>
          <a:custGeom>
            <a:avLst/>
            <a:gdLst/>
            <a:ahLst/>
            <a:cxnLst/>
            <a:rect r="r" b="b" t="t" l="l"/>
            <a:pathLst>
              <a:path h="3306816" w="2218573">
                <a:moveTo>
                  <a:pt x="0" y="0"/>
                </a:moveTo>
                <a:lnTo>
                  <a:pt x="2218573" y="0"/>
                </a:lnTo>
                <a:lnTo>
                  <a:pt x="2218573" y="3306817"/>
                </a:lnTo>
                <a:lnTo>
                  <a:pt x="0" y="3306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9167">
            <a:off x="10796056" y="5791505"/>
            <a:ext cx="1905928" cy="2840814"/>
          </a:xfrm>
          <a:custGeom>
            <a:avLst/>
            <a:gdLst/>
            <a:ahLst/>
            <a:cxnLst/>
            <a:rect r="r" b="b" t="t" l="l"/>
            <a:pathLst>
              <a:path h="2840814" w="1905928">
                <a:moveTo>
                  <a:pt x="0" y="0"/>
                </a:moveTo>
                <a:lnTo>
                  <a:pt x="1905928" y="0"/>
                </a:lnTo>
                <a:lnTo>
                  <a:pt x="1905928" y="2840813"/>
                </a:lnTo>
                <a:lnTo>
                  <a:pt x="0" y="2840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699999">
            <a:off x="5904751" y="5445645"/>
            <a:ext cx="2370008" cy="3532532"/>
          </a:xfrm>
          <a:custGeom>
            <a:avLst/>
            <a:gdLst/>
            <a:ahLst/>
            <a:cxnLst/>
            <a:rect r="r" b="b" t="t" l="l"/>
            <a:pathLst>
              <a:path h="3532532" w="2370008">
                <a:moveTo>
                  <a:pt x="0" y="0"/>
                </a:moveTo>
                <a:lnTo>
                  <a:pt x="2370007" y="0"/>
                </a:lnTo>
                <a:lnTo>
                  <a:pt x="2370007" y="3532532"/>
                </a:lnTo>
                <a:lnTo>
                  <a:pt x="0" y="3532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472104">
            <a:off x="3659134" y="5268859"/>
            <a:ext cx="2370008" cy="3532532"/>
          </a:xfrm>
          <a:custGeom>
            <a:avLst/>
            <a:gdLst/>
            <a:ahLst/>
            <a:cxnLst/>
            <a:rect r="r" b="b" t="t" l="l"/>
            <a:pathLst>
              <a:path h="3532532" w="2370008">
                <a:moveTo>
                  <a:pt x="0" y="0"/>
                </a:moveTo>
                <a:lnTo>
                  <a:pt x="2370008" y="0"/>
                </a:lnTo>
                <a:lnTo>
                  <a:pt x="2370008" y="3532532"/>
                </a:lnTo>
                <a:lnTo>
                  <a:pt x="0" y="3532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97365" y="7619488"/>
            <a:ext cx="10758504" cy="5494755"/>
          </a:xfrm>
          <a:custGeom>
            <a:avLst/>
            <a:gdLst/>
            <a:ahLst/>
            <a:cxnLst/>
            <a:rect r="r" b="b" t="t" l="l"/>
            <a:pathLst>
              <a:path h="5494755" w="10758504">
                <a:moveTo>
                  <a:pt x="0" y="0"/>
                </a:moveTo>
                <a:lnTo>
                  <a:pt x="10758504" y="0"/>
                </a:lnTo>
                <a:lnTo>
                  <a:pt x="10758504" y="5494755"/>
                </a:lnTo>
                <a:lnTo>
                  <a:pt x="0" y="5494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7405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3547888">
            <a:off x="233589" y="3398258"/>
            <a:ext cx="5670952" cy="311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39"/>
              </a:lnSpc>
              <a:spcBef>
                <a:spcPct val="0"/>
              </a:spcBef>
            </a:pPr>
            <a:r>
              <a:rPr lang="en-US" b="true" sz="14171">
                <a:solidFill>
                  <a:srgbClr val="B51515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산딸기</a:t>
            </a:r>
          </a:p>
        </p:txBody>
      </p:sp>
      <p:sp>
        <p:nvSpPr>
          <p:cNvPr name="TextBox 13" id="13"/>
          <p:cNvSpPr txBox="true"/>
          <p:nvPr/>
        </p:nvSpPr>
        <p:spPr>
          <a:xfrm rot="1890769">
            <a:off x="6439328" y="2143592"/>
            <a:ext cx="1964869" cy="252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839"/>
              </a:lnSpc>
              <a:spcBef>
                <a:spcPct val="0"/>
              </a:spcBef>
            </a:pPr>
            <a:r>
              <a:rPr lang="en-US" b="true" sz="14171" strike="noStrike" u="none">
                <a:solidFill>
                  <a:srgbClr val="B51515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of</a:t>
            </a:r>
          </a:p>
        </p:txBody>
      </p:sp>
      <p:sp>
        <p:nvSpPr>
          <p:cNvPr name="TextBox 14" id="14"/>
          <p:cNvSpPr txBox="true"/>
          <p:nvPr/>
        </p:nvSpPr>
        <p:spPr>
          <a:xfrm rot="348010">
            <a:off x="8581050" y="2996047"/>
            <a:ext cx="838787" cy="243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839"/>
              </a:lnSpc>
              <a:spcBef>
                <a:spcPct val="0"/>
              </a:spcBef>
            </a:pPr>
            <a:r>
              <a:rPr lang="en-US" b="true" sz="14171" strike="noStrike" u="none">
                <a:solidFill>
                  <a:srgbClr val="B51515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a</a:t>
            </a:r>
          </a:p>
        </p:txBody>
      </p:sp>
      <p:sp>
        <p:nvSpPr>
          <p:cNvPr name="TextBox 15" id="15"/>
          <p:cNvSpPr txBox="true"/>
          <p:nvPr/>
        </p:nvSpPr>
        <p:spPr>
          <a:xfrm rot="-323422">
            <a:off x="10278905" y="3058730"/>
            <a:ext cx="3795459" cy="2771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79"/>
              </a:lnSpc>
              <a:spcBef>
                <a:spcPct val="0"/>
              </a:spcBef>
            </a:pPr>
            <a:r>
              <a:rPr lang="en-US" b="true" sz="14199">
                <a:solidFill>
                  <a:srgbClr val="B51515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크림</a:t>
            </a:r>
          </a:p>
        </p:txBody>
      </p:sp>
      <p:sp>
        <p:nvSpPr>
          <p:cNvPr name="TextBox 16" id="16"/>
          <p:cNvSpPr txBox="true"/>
          <p:nvPr/>
        </p:nvSpPr>
        <p:spPr>
          <a:xfrm rot="3224091">
            <a:off x="13988710" y="3978033"/>
            <a:ext cx="3795459" cy="2771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79"/>
              </a:lnSpc>
              <a:spcBef>
                <a:spcPct val="0"/>
              </a:spcBef>
            </a:pPr>
            <a:r>
              <a:rPr lang="en-US" b="true" sz="14199">
                <a:solidFill>
                  <a:srgbClr val="B51515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봉봉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588148">
            <a:off x="11090200" y="-1696193"/>
            <a:ext cx="9205944" cy="5891804"/>
          </a:xfrm>
          <a:custGeom>
            <a:avLst/>
            <a:gdLst/>
            <a:ahLst/>
            <a:cxnLst/>
            <a:rect r="r" b="b" t="t" l="l"/>
            <a:pathLst>
              <a:path h="5891804" w="9205944">
                <a:moveTo>
                  <a:pt x="0" y="0"/>
                </a:moveTo>
                <a:lnTo>
                  <a:pt x="9205943" y="0"/>
                </a:lnTo>
                <a:lnTo>
                  <a:pt x="9205943" y="5891804"/>
                </a:lnTo>
                <a:lnTo>
                  <a:pt x="0" y="589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-1428182">
            <a:off x="1585132" y="1385408"/>
            <a:ext cx="4085276" cy="130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4"/>
              </a:lnSpc>
              <a:spcBef>
                <a:spcPct val="0"/>
              </a:spcBef>
            </a:pPr>
            <a:r>
              <a:rPr lang="en-US" b="true" sz="5331">
                <a:solidFill>
                  <a:srgbClr val="FFFFFF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에밀리 젠킨스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2662" y="-240003"/>
            <a:ext cx="18693324" cy="1076700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3831" cy="7564841"/>
            </a:xfrm>
            <a:custGeom>
              <a:avLst/>
              <a:gdLst/>
              <a:ahLst/>
              <a:cxnLst/>
              <a:rect r="r" b="b" t="t" l="l"/>
              <a:pathLst>
                <a:path h="7564841" w="13133831">
                  <a:moveTo>
                    <a:pt x="13133831" y="83589"/>
                  </a:moveTo>
                  <a:lnTo>
                    <a:pt x="13133831" y="0"/>
                  </a:lnTo>
                  <a:lnTo>
                    <a:pt x="72563" y="0"/>
                  </a:lnTo>
                  <a:lnTo>
                    <a:pt x="72563" y="41795"/>
                  </a:lnTo>
                  <a:lnTo>
                    <a:pt x="0" y="41795"/>
                  </a:lnTo>
                  <a:lnTo>
                    <a:pt x="0" y="7564841"/>
                  </a:lnTo>
                  <a:lnTo>
                    <a:pt x="145125" y="7564841"/>
                  </a:lnTo>
                  <a:lnTo>
                    <a:pt x="145125" y="6102027"/>
                  </a:lnTo>
                  <a:lnTo>
                    <a:pt x="2612254" y="6102027"/>
                  </a:lnTo>
                  <a:lnTo>
                    <a:pt x="2612254" y="7564841"/>
                  </a:lnTo>
                  <a:lnTo>
                    <a:pt x="2757379" y="7564841"/>
                  </a:lnTo>
                  <a:lnTo>
                    <a:pt x="2757379" y="6102027"/>
                  </a:lnTo>
                  <a:lnTo>
                    <a:pt x="5224507" y="6102027"/>
                  </a:lnTo>
                  <a:lnTo>
                    <a:pt x="5224507" y="7564841"/>
                  </a:lnTo>
                  <a:lnTo>
                    <a:pt x="5369632" y="7564841"/>
                  </a:lnTo>
                  <a:lnTo>
                    <a:pt x="5369632" y="6102027"/>
                  </a:lnTo>
                  <a:lnTo>
                    <a:pt x="7836760" y="6102027"/>
                  </a:lnTo>
                  <a:lnTo>
                    <a:pt x="7836760" y="7564841"/>
                  </a:lnTo>
                  <a:lnTo>
                    <a:pt x="7981886" y="7564841"/>
                  </a:lnTo>
                  <a:lnTo>
                    <a:pt x="7981886" y="6102027"/>
                  </a:lnTo>
                  <a:lnTo>
                    <a:pt x="10449014" y="6102027"/>
                  </a:lnTo>
                  <a:lnTo>
                    <a:pt x="10449014" y="7564841"/>
                  </a:lnTo>
                  <a:lnTo>
                    <a:pt x="10594139" y="7564841"/>
                  </a:lnTo>
                  <a:lnTo>
                    <a:pt x="10594139" y="6102027"/>
                  </a:lnTo>
                  <a:lnTo>
                    <a:pt x="13133831" y="6102027"/>
                  </a:lnTo>
                  <a:lnTo>
                    <a:pt x="13133831" y="6018438"/>
                  </a:lnTo>
                  <a:lnTo>
                    <a:pt x="10594139" y="6018438"/>
                  </a:lnTo>
                  <a:lnTo>
                    <a:pt x="10594139" y="4597417"/>
                  </a:lnTo>
                  <a:lnTo>
                    <a:pt x="13133831" y="4597417"/>
                  </a:lnTo>
                  <a:lnTo>
                    <a:pt x="13133831" y="4513828"/>
                  </a:lnTo>
                  <a:lnTo>
                    <a:pt x="10594139" y="4513828"/>
                  </a:lnTo>
                  <a:lnTo>
                    <a:pt x="10594139" y="3092808"/>
                  </a:lnTo>
                  <a:lnTo>
                    <a:pt x="13133831" y="3092808"/>
                  </a:lnTo>
                  <a:lnTo>
                    <a:pt x="13133831" y="3009219"/>
                  </a:lnTo>
                  <a:lnTo>
                    <a:pt x="10594139" y="3009219"/>
                  </a:lnTo>
                  <a:lnTo>
                    <a:pt x="10594139" y="1588199"/>
                  </a:lnTo>
                  <a:lnTo>
                    <a:pt x="13133831" y="1588199"/>
                  </a:lnTo>
                  <a:lnTo>
                    <a:pt x="13133831" y="1504609"/>
                  </a:lnTo>
                  <a:lnTo>
                    <a:pt x="10594139" y="1504609"/>
                  </a:lnTo>
                  <a:lnTo>
                    <a:pt x="10594139" y="83589"/>
                  </a:lnTo>
                  <a:lnTo>
                    <a:pt x="13133831" y="83589"/>
                  </a:lnTo>
                  <a:close/>
                  <a:moveTo>
                    <a:pt x="2757379" y="1504609"/>
                  </a:moveTo>
                  <a:lnTo>
                    <a:pt x="2757379" y="83589"/>
                  </a:lnTo>
                  <a:lnTo>
                    <a:pt x="5224507" y="83589"/>
                  </a:lnTo>
                  <a:lnTo>
                    <a:pt x="5224507" y="1504609"/>
                  </a:lnTo>
                  <a:lnTo>
                    <a:pt x="2757379" y="1504609"/>
                  </a:lnTo>
                  <a:close/>
                  <a:moveTo>
                    <a:pt x="5224507" y="1588199"/>
                  </a:moveTo>
                  <a:lnTo>
                    <a:pt x="5224507" y="3009219"/>
                  </a:lnTo>
                  <a:lnTo>
                    <a:pt x="2757379" y="3009219"/>
                  </a:lnTo>
                  <a:lnTo>
                    <a:pt x="2757379" y="1588199"/>
                  </a:lnTo>
                  <a:lnTo>
                    <a:pt x="5224507" y="1588199"/>
                  </a:lnTo>
                  <a:close/>
                  <a:moveTo>
                    <a:pt x="2612254" y="1504609"/>
                  </a:moveTo>
                  <a:lnTo>
                    <a:pt x="145125" y="1504609"/>
                  </a:lnTo>
                  <a:lnTo>
                    <a:pt x="145125" y="83589"/>
                  </a:lnTo>
                  <a:lnTo>
                    <a:pt x="2612254" y="83589"/>
                  </a:lnTo>
                  <a:lnTo>
                    <a:pt x="2612254" y="1504609"/>
                  </a:lnTo>
                  <a:close/>
                  <a:moveTo>
                    <a:pt x="2612254" y="1588199"/>
                  </a:moveTo>
                  <a:lnTo>
                    <a:pt x="2612254" y="3009219"/>
                  </a:lnTo>
                  <a:lnTo>
                    <a:pt x="145125" y="3009219"/>
                  </a:lnTo>
                  <a:lnTo>
                    <a:pt x="145125" y="1588199"/>
                  </a:lnTo>
                  <a:lnTo>
                    <a:pt x="2612254" y="1588199"/>
                  </a:lnTo>
                  <a:close/>
                  <a:moveTo>
                    <a:pt x="2612254" y="3092808"/>
                  </a:moveTo>
                  <a:lnTo>
                    <a:pt x="2612254" y="4513828"/>
                  </a:lnTo>
                  <a:lnTo>
                    <a:pt x="145125" y="4513828"/>
                  </a:lnTo>
                  <a:lnTo>
                    <a:pt x="145125" y="3092808"/>
                  </a:lnTo>
                  <a:lnTo>
                    <a:pt x="2612254" y="3092808"/>
                  </a:lnTo>
                  <a:close/>
                  <a:moveTo>
                    <a:pt x="2757379" y="3092808"/>
                  </a:moveTo>
                  <a:lnTo>
                    <a:pt x="5224507" y="3092808"/>
                  </a:lnTo>
                  <a:lnTo>
                    <a:pt x="5224507" y="4513828"/>
                  </a:lnTo>
                  <a:lnTo>
                    <a:pt x="2757379" y="4513828"/>
                  </a:lnTo>
                  <a:lnTo>
                    <a:pt x="2757379" y="3092808"/>
                  </a:lnTo>
                  <a:close/>
                  <a:moveTo>
                    <a:pt x="5369632" y="3092808"/>
                  </a:moveTo>
                  <a:lnTo>
                    <a:pt x="7836760" y="3092808"/>
                  </a:lnTo>
                  <a:lnTo>
                    <a:pt x="7836760" y="4513828"/>
                  </a:lnTo>
                  <a:lnTo>
                    <a:pt x="5369632" y="4513828"/>
                  </a:lnTo>
                  <a:lnTo>
                    <a:pt x="5369632" y="3092808"/>
                  </a:lnTo>
                  <a:close/>
                  <a:moveTo>
                    <a:pt x="5369632" y="3009219"/>
                  </a:moveTo>
                  <a:lnTo>
                    <a:pt x="5369632" y="1588199"/>
                  </a:lnTo>
                  <a:lnTo>
                    <a:pt x="7836760" y="1588199"/>
                  </a:lnTo>
                  <a:lnTo>
                    <a:pt x="7836760" y="3009219"/>
                  </a:lnTo>
                  <a:lnTo>
                    <a:pt x="5369632" y="3009219"/>
                  </a:lnTo>
                  <a:close/>
                  <a:moveTo>
                    <a:pt x="5369632" y="1504609"/>
                  </a:moveTo>
                  <a:lnTo>
                    <a:pt x="5369632" y="83589"/>
                  </a:lnTo>
                  <a:lnTo>
                    <a:pt x="7836760" y="83589"/>
                  </a:lnTo>
                  <a:lnTo>
                    <a:pt x="7836760" y="1504609"/>
                  </a:lnTo>
                  <a:lnTo>
                    <a:pt x="5369632" y="1504609"/>
                  </a:lnTo>
                  <a:close/>
                  <a:moveTo>
                    <a:pt x="145125" y="6018438"/>
                  </a:moveTo>
                  <a:lnTo>
                    <a:pt x="145125" y="4597417"/>
                  </a:lnTo>
                  <a:lnTo>
                    <a:pt x="2612254" y="4597417"/>
                  </a:lnTo>
                  <a:lnTo>
                    <a:pt x="2612254" y="6018438"/>
                  </a:lnTo>
                  <a:lnTo>
                    <a:pt x="145125" y="6018438"/>
                  </a:lnTo>
                  <a:close/>
                  <a:moveTo>
                    <a:pt x="2757379" y="6018438"/>
                  </a:moveTo>
                  <a:lnTo>
                    <a:pt x="2757379" y="4597417"/>
                  </a:lnTo>
                  <a:lnTo>
                    <a:pt x="5224507" y="4597417"/>
                  </a:lnTo>
                  <a:lnTo>
                    <a:pt x="5224507" y="6018438"/>
                  </a:lnTo>
                  <a:lnTo>
                    <a:pt x="2757379" y="6018438"/>
                  </a:lnTo>
                  <a:close/>
                  <a:moveTo>
                    <a:pt x="5369632" y="6018438"/>
                  </a:moveTo>
                  <a:lnTo>
                    <a:pt x="5369632" y="4597417"/>
                  </a:lnTo>
                  <a:lnTo>
                    <a:pt x="7836760" y="4597417"/>
                  </a:lnTo>
                  <a:lnTo>
                    <a:pt x="7836760" y="6018438"/>
                  </a:lnTo>
                  <a:lnTo>
                    <a:pt x="5369632" y="6018438"/>
                  </a:lnTo>
                  <a:close/>
                  <a:moveTo>
                    <a:pt x="10449014" y="6018438"/>
                  </a:moveTo>
                  <a:lnTo>
                    <a:pt x="7981886" y="6018438"/>
                  </a:lnTo>
                  <a:lnTo>
                    <a:pt x="7981886" y="4597417"/>
                  </a:lnTo>
                  <a:lnTo>
                    <a:pt x="10449014" y="4597417"/>
                  </a:lnTo>
                  <a:lnTo>
                    <a:pt x="10449014" y="6018438"/>
                  </a:lnTo>
                  <a:close/>
                  <a:moveTo>
                    <a:pt x="10449014" y="4513828"/>
                  </a:moveTo>
                  <a:lnTo>
                    <a:pt x="7981886" y="4513828"/>
                  </a:lnTo>
                  <a:lnTo>
                    <a:pt x="7981886" y="3092808"/>
                  </a:lnTo>
                  <a:lnTo>
                    <a:pt x="10449014" y="3092808"/>
                  </a:lnTo>
                  <a:lnTo>
                    <a:pt x="10449014" y="4513828"/>
                  </a:lnTo>
                  <a:close/>
                  <a:moveTo>
                    <a:pt x="10449014" y="3009219"/>
                  </a:moveTo>
                  <a:lnTo>
                    <a:pt x="7981886" y="3009219"/>
                  </a:lnTo>
                  <a:lnTo>
                    <a:pt x="7981886" y="1588199"/>
                  </a:lnTo>
                  <a:lnTo>
                    <a:pt x="10449014" y="1588199"/>
                  </a:lnTo>
                  <a:lnTo>
                    <a:pt x="10449014" y="3009219"/>
                  </a:lnTo>
                  <a:close/>
                  <a:moveTo>
                    <a:pt x="10449014" y="1504609"/>
                  </a:moveTo>
                  <a:lnTo>
                    <a:pt x="7981886" y="1504609"/>
                  </a:lnTo>
                  <a:lnTo>
                    <a:pt x="7981886" y="83589"/>
                  </a:lnTo>
                  <a:lnTo>
                    <a:pt x="10449014" y="83589"/>
                  </a:lnTo>
                  <a:lnTo>
                    <a:pt x="10449014" y="1504609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37079" y="1028700"/>
            <a:ext cx="9013843" cy="1883905"/>
            <a:chOff x="0" y="0"/>
            <a:chExt cx="2374016" cy="4961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74016" cy="496173"/>
            </a:xfrm>
            <a:custGeom>
              <a:avLst/>
              <a:gdLst/>
              <a:ahLst/>
              <a:cxnLst/>
              <a:rect r="r" b="b" t="t" l="l"/>
              <a:pathLst>
                <a:path h="496173" w="2374016">
                  <a:moveTo>
                    <a:pt x="42945" y="0"/>
                  </a:moveTo>
                  <a:lnTo>
                    <a:pt x="2331072" y="0"/>
                  </a:lnTo>
                  <a:cubicBezTo>
                    <a:pt x="2354789" y="0"/>
                    <a:pt x="2374016" y="19227"/>
                    <a:pt x="2374016" y="42945"/>
                  </a:cubicBezTo>
                  <a:lnTo>
                    <a:pt x="2374016" y="453228"/>
                  </a:lnTo>
                  <a:cubicBezTo>
                    <a:pt x="2374016" y="476946"/>
                    <a:pt x="2354789" y="496173"/>
                    <a:pt x="2331072" y="496173"/>
                  </a:cubicBezTo>
                  <a:lnTo>
                    <a:pt x="42945" y="496173"/>
                  </a:lnTo>
                  <a:cubicBezTo>
                    <a:pt x="19227" y="496173"/>
                    <a:pt x="0" y="476946"/>
                    <a:pt x="0" y="453228"/>
                  </a:cubicBezTo>
                  <a:lnTo>
                    <a:pt x="0" y="42945"/>
                  </a:lnTo>
                  <a:cubicBezTo>
                    <a:pt x="0" y="19227"/>
                    <a:pt x="19227" y="0"/>
                    <a:pt x="42945" y="0"/>
                  </a:cubicBezTo>
                  <a:close/>
                </a:path>
              </a:pathLst>
            </a:custGeom>
            <a:solidFill>
              <a:srgbClr val="B5151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74016" cy="53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775793" y="1208888"/>
            <a:ext cx="8736413" cy="137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4"/>
              </a:lnSpc>
              <a:spcBef>
                <a:spcPct val="0"/>
              </a:spcBef>
            </a:pPr>
            <a:r>
              <a:rPr lang="en-US" b="true" sz="8053">
                <a:solidFill>
                  <a:srgbClr val="FFFFFF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소크라틱 세미나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677611" y="3684568"/>
            <a:ext cx="4861415" cy="941953"/>
            <a:chOff x="0" y="0"/>
            <a:chExt cx="2560745" cy="496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745" cy="496173"/>
            </a:xfrm>
            <a:custGeom>
              <a:avLst/>
              <a:gdLst/>
              <a:ahLst/>
              <a:cxnLst/>
              <a:rect r="r" b="b" t="t" l="l"/>
              <a:pathLst>
                <a:path h="496173" w="2560745">
                  <a:moveTo>
                    <a:pt x="47776" y="0"/>
                  </a:moveTo>
                  <a:lnTo>
                    <a:pt x="2512969" y="0"/>
                  </a:lnTo>
                  <a:cubicBezTo>
                    <a:pt x="2525640" y="0"/>
                    <a:pt x="2537792" y="5033"/>
                    <a:pt x="2546752" y="13993"/>
                  </a:cubicBezTo>
                  <a:cubicBezTo>
                    <a:pt x="2555712" y="22953"/>
                    <a:pt x="2560745" y="35105"/>
                    <a:pt x="2560745" y="47776"/>
                  </a:cubicBezTo>
                  <a:lnTo>
                    <a:pt x="2560745" y="448397"/>
                  </a:lnTo>
                  <a:cubicBezTo>
                    <a:pt x="2560745" y="474783"/>
                    <a:pt x="2539355" y="496173"/>
                    <a:pt x="2512969" y="496173"/>
                  </a:cubicBezTo>
                  <a:lnTo>
                    <a:pt x="47776" y="496173"/>
                  </a:lnTo>
                  <a:cubicBezTo>
                    <a:pt x="21390" y="496173"/>
                    <a:pt x="0" y="474783"/>
                    <a:pt x="0" y="448397"/>
                  </a:cubicBezTo>
                  <a:lnTo>
                    <a:pt x="0" y="47776"/>
                  </a:lnTo>
                  <a:cubicBezTo>
                    <a:pt x="0" y="21390"/>
                    <a:pt x="21390" y="0"/>
                    <a:pt x="47776" y="0"/>
                  </a:cubicBezTo>
                  <a:close/>
                </a:path>
              </a:pathLst>
            </a:custGeom>
            <a:solidFill>
              <a:srgbClr val="007E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60745" cy="534273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853032" y="3773568"/>
            <a:ext cx="4510572" cy="68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7"/>
              </a:lnSpc>
              <a:spcBef>
                <a:spcPct val="0"/>
              </a:spcBef>
            </a:pPr>
            <a:r>
              <a:rPr lang="en-US" sz="4026">
                <a:solidFill>
                  <a:srgbClr val="FFFFFF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1.3인 1조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3876" y="4839452"/>
            <a:ext cx="7128884" cy="116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3인 1조 작은 모둠 구성</a:t>
            </a:r>
          </a:p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활동지에 개인 질문 작성하기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48974" y="3684568"/>
            <a:ext cx="4861415" cy="941953"/>
            <a:chOff x="0" y="0"/>
            <a:chExt cx="2560745" cy="4961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60745" cy="496173"/>
            </a:xfrm>
            <a:custGeom>
              <a:avLst/>
              <a:gdLst/>
              <a:ahLst/>
              <a:cxnLst/>
              <a:rect r="r" b="b" t="t" l="l"/>
              <a:pathLst>
                <a:path h="496173" w="2560745">
                  <a:moveTo>
                    <a:pt x="47776" y="0"/>
                  </a:moveTo>
                  <a:lnTo>
                    <a:pt x="2512969" y="0"/>
                  </a:lnTo>
                  <a:cubicBezTo>
                    <a:pt x="2525640" y="0"/>
                    <a:pt x="2537792" y="5033"/>
                    <a:pt x="2546752" y="13993"/>
                  </a:cubicBezTo>
                  <a:cubicBezTo>
                    <a:pt x="2555712" y="22953"/>
                    <a:pt x="2560745" y="35105"/>
                    <a:pt x="2560745" y="47776"/>
                  </a:cubicBezTo>
                  <a:lnTo>
                    <a:pt x="2560745" y="448397"/>
                  </a:lnTo>
                  <a:cubicBezTo>
                    <a:pt x="2560745" y="474783"/>
                    <a:pt x="2539355" y="496173"/>
                    <a:pt x="2512969" y="496173"/>
                  </a:cubicBezTo>
                  <a:lnTo>
                    <a:pt x="47776" y="496173"/>
                  </a:lnTo>
                  <a:cubicBezTo>
                    <a:pt x="21390" y="496173"/>
                    <a:pt x="0" y="474783"/>
                    <a:pt x="0" y="448397"/>
                  </a:cubicBezTo>
                  <a:lnTo>
                    <a:pt x="0" y="47776"/>
                  </a:lnTo>
                  <a:cubicBezTo>
                    <a:pt x="0" y="21390"/>
                    <a:pt x="21390" y="0"/>
                    <a:pt x="47776" y="0"/>
                  </a:cubicBezTo>
                  <a:close/>
                </a:path>
              </a:pathLst>
            </a:custGeom>
            <a:solidFill>
              <a:srgbClr val="007E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60745" cy="534273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924396" y="3773568"/>
            <a:ext cx="4510572" cy="68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7"/>
              </a:lnSpc>
              <a:spcBef>
                <a:spcPct val="0"/>
              </a:spcBef>
            </a:pPr>
            <a:r>
              <a:rPr lang="en-US" sz="4026">
                <a:solidFill>
                  <a:srgbClr val="FFFFFF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2.모둠 질문 만들기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677611" y="6773381"/>
            <a:ext cx="4861415" cy="941953"/>
            <a:chOff x="0" y="0"/>
            <a:chExt cx="2560745" cy="4961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0745" cy="496173"/>
            </a:xfrm>
            <a:custGeom>
              <a:avLst/>
              <a:gdLst/>
              <a:ahLst/>
              <a:cxnLst/>
              <a:rect r="r" b="b" t="t" l="l"/>
              <a:pathLst>
                <a:path h="496173" w="2560745">
                  <a:moveTo>
                    <a:pt x="47776" y="0"/>
                  </a:moveTo>
                  <a:lnTo>
                    <a:pt x="2512969" y="0"/>
                  </a:lnTo>
                  <a:cubicBezTo>
                    <a:pt x="2525640" y="0"/>
                    <a:pt x="2537792" y="5033"/>
                    <a:pt x="2546752" y="13993"/>
                  </a:cubicBezTo>
                  <a:cubicBezTo>
                    <a:pt x="2555712" y="22953"/>
                    <a:pt x="2560745" y="35105"/>
                    <a:pt x="2560745" y="47776"/>
                  </a:cubicBezTo>
                  <a:lnTo>
                    <a:pt x="2560745" y="448397"/>
                  </a:lnTo>
                  <a:cubicBezTo>
                    <a:pt x="2560745" y="474783"/>
                    <a:pt x="2539355" y="496173"/>
                    <a:pt x="2512969" y="496173"/>
                  </a:cubicBezTo>
                  <a:lnTo>
                    <a:pt x="47776" y="496173"/>
                  </a:lnTo>
                  <a:cubicBezTo>
                    <a:pt x="21390" y="496173"/>
                    <a:pt x="0" y="474783"/>
                    <a:pt x="0" y="448397"/>
                  </a:cubicBezTo>
                  <a:lnTo>
                    <a:pt x="0" y="47776"/>
                  </a:lnTo>
                  <a:cubicBezTo>
                    <a:pt x="0" y="21390"/>
                    <a:pt x="21390" y="0"/>
                    <a:pt x="47776" y="0"/>
                  </a:cubicBezTo>
                  <a:close/>
                </a:path>
              </a:pathLst>
            </a:custGeom>
            <a:solidFill>
              <a:srgbClr val="007E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560745" cy="534273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853032" y="6862381"/>
            <a:ext cx="4510572" cy="68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7"/>
              </a:lnSpc>
              <a:spcBef>
                <a:spcPct val="0"/>
              </a:spcBef>
            </a:pPr>
            <a:r>
              <a:rPr lang="en-US" sz="4026">
                <a:solidFill>
                  <a:srgbClr val="FFFFFF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3.도넛 모양으로 앉기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98454" y="8096334"/>
            <a:ext cx="5819728" cy="116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도넛 모양의 자리를 만든다. 안쪽 이 우선 발언권을 갖는다.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748974" y="6773381"/>
            <a:ext cx="4861415" cy="941953"/>
            <a:chOff x="0" y="0"/>
            <a:chExt cx="2560745" cy="4961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60745" cy="496173"/>
            </a:xfrm>
            <a:custGeom>
              <a:avLst/>
              <a:gdLst/>
              <a:ahLst/>
              <a:cxnLst/>
              <a:rect r="r" b="b" t="t" l="l"/>
              <a:pathLst>
                <a:path h="496173" w="2560745">
                  <a:moveTo>
                    <a:pt x="47776" y="0"/>
                  </a:moveTo>
                  <a:lnTo>
                    <a:pt x="2512969" y="0"/>
                  </a:lnTo>
                  <a:cubicBezTo>
                    <a:pt x="2525640" y="0"/>
                    <a:pt x="2537792" y="5033"/>
                    <a:pt x="2546752" y="13993"/>
                  </a:cubicBezTo>
                  <a:cubicBezTo>
                    <a:pt x="2555712" y="22953"/>
                    <a:pt x="2560745" y="35105"/>
                    <a:pt x="2560745" y="47776"/>
                  </a:cubicBezTo>
                  <a:lnTo>
                    <a:pt x="2560745" y="448397"/>
                  </a:lnTo>
                  <a:cubicBezTo>
                    <a:pt x="2560745" y="474783"/>
                    <a:pt x="2539355" y="496173"/>
                    <a:pt x="2512969" y="496173"/>
                  </a:cubicBezTo>
                  <a:lnTo>
                    <a:pt x="47776" y="496173"/>
                  </a:lnTo>
                  <a:cubicBezTo>
                    <a:pt x="21390" y="496173"/>
                    <a:pt x="0" y="474783"/>
                    <a:pt x="0" y="448397"/>
                  </a:cubicBezTo>
                  <a:lnTo>
                    <a:pt x="0" y="47776"/>
                  </a:lnTo>
                  <a:cubicBezTo>
                    <a:pt x="0" y="21390"/>
                    <a:pt x="21390" y="0"/>
                    <a:pt x="47776" y="0"/>
                  </a:cubicBezTo>
                  <a:close/>
                </a:path>
              </a:pathLst>
            </a:custGeom>
            <a:solidFill>
              <a:srgbClr val="007E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60745" cy="534273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924396" y="6862381"/>
            <a:ext cx="4510572" cy="68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7"/>
              </a:lnSpc>
              <a:spcBef>
                <a:spcPct val="0"/>
              </a:spcBef>
            </a:pPr>
            <a:r>
              <a:rPr lang="en-US" sz="4026">
                <a:solidFill>
                  <a:srgbClr val="FFFFFF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4.세미나 활동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69818" y="8096334"/>
            <a:ext cx="5819728" cy="116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바깥 원에 있는 학생과 자리를 바꾸어 가며 세미나를 진행한다. 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-4674019">
            <a:off x="163548" y="-1915879"/>
            <a:ext cx="2760657" cy="4114800"/>
          </a:xfrm>
          <a:custGeom>
            <a:avLst/>
            <a:gdLst/>
            <a:ahLst/>
            <a:cxnLst/>
            <a:rect r="r" b="b" t="t" l="l"/>
            <a:pathLst>
              <a:path h="4114800" w="2760657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3130908">
            <a:off x="727087" y="495664"/>
            <a:ext cx="2028456" cy="3023444"/>
          </a:xfrm>
          <a:custGeom>
            <a:avLst/>
            <a:gdLst/>
            <a:ahLst/>
            <a:cxnLst/>
            <a:rect r="r" b="b" t="t" l="l"/>
            <a:pathLst>
              <a:path h="3023444" w="2028456">
                <a:moveTo>
                  <a:pt x="0" y="0"/>
                </a:moveTo>
                <a:lnTo>
                  <a:pt x="2028456" y="0"/>
                </a:lnTo>
                <a:lnTo>
                  <a:pt x="2028456" y="3023445"/>
                </a:lnTo>
                <a:lnTo>
                  <a:pt x="0" y="3023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8469680">
            <a:off x="-782453" y="1258312"/>
            <a:ext cx="2370008" cy="3532532"/>
          </a:xfrm>
          <a:custGeom>
            <a:avLst/>
            <a:gdLst/>
            <a:ahLst/>
            <a:cxnLst/>
            <a:rect r="r" b="b" t="t" l="l"/>
            <a:pathLst>
              <a:path h="3532532" w="2370008">
                <a:moveTo>
                  <a:pt x="0" y="0"/>
                </a:moveTo>
                <a:lnTo>
                  <a:pt x="2370008" y="0"/>
                </a:lnTo>
                <a:lnTo>
                  <a:pt x="2370008" y="3532532"/>
                </a:lnTo>
                <a:lnTo>
                  <a:pt x="0" y="3532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4674019">
            <a:off x="16778739" y="967178"/>
            <a:ext cx="2760657" cy="4114800"/>
          </a:xfrm>
          <a:custGeom>
            <a:avLst/>
            <a:gdLst/>
            <a:ahLst/>
            <a:cxnLst/>
            <a:rect r="r" b="b" t="t" l="l"/>
            <a:pathLst>
              <a:path h="4114800" w="2760657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5400000">
            <a:off x="16670808" y="-1176095"/>
            <a:ext cx="2370008" cy="3532532"/>
          </a:xfrm>
          <a:custGeom>
            <a:avLst/>
            <a:gdLst/>
            <a:ahLst/>
            <a:cxnLst/>
            <a:rect r="r" b="b" t="t" l="l"/>
            <a:pathLst>
              <a:path h="3532532" w="2370008">
                <a:moveTo>
                  <a:pt x="0" y="0"/>
                </a:moveTo>
                <a:lnTo>
                  <a:pt x="2370008" y="0"/>
                </a:lnTo>
                <a:lnTo>
                  <a:pt x="2370008" y="3532532"/>
                </a:lnTo>
                <a:lnTo>
                  <a:pt x="0" y="3532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8734550">
            <a:off x="14596161" y="-1232460"/>
            <a:ext cx="2028456" cy="3023444"/>
          </a:xfrm>
          <a:custGeom>
            <a:avLst/>
            <a:gdLst/>
            <a:ahLst/>
            <a:cxnLst/>
            <a:rect r="r" b="b" t="t" l="l"/>
            <a:pathLst>
              <a:path h="3023444" w="2028456">
                <a:moveTo>
                  <a:pt x="0" y="0"/>
                </a:moveTo>
                <a:lnTo>
                  <a:pt x="2028456" y="0"/>
                </a:lnTo>
                <a:lnTo>
                  <a:pt x="2028456" y="3023444"/>
                </a:lnTo>
                <a:lnTo>
                  <a:pt x="0" y="3023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-4674019">
            <a:off x="15940721" y="8210380"/>
            <a:ext cx="2760657" cy="4114800"/>
          </a:xfrm>
          <a:custGeom>
            <a:avLst/>
            <a:gdLst/>
            <a:ahLst/>
            <a:cxnLst/>
            <a:rect r="r" b="b" t="t" l="l"/>
            <a:pathLst>
              <a:path h="4114800" w="2760657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2238446">
            <a:off x="-977777" y="7354232"/>
            <a:ext cx="2760657" cy="4114800"/>
          </a:xfrm>
          <a:custGeom>
            <a:avLst/>
            <a:gdLst/>
            <a:ahLst/>
            <a:cxnLst/>
            <a:rect r="r" b="b" t="t" l="l"/>
            <a:pathLst>
              <a:path h="4114800" w="2760657">
                <a:moveTo>
                  <a:pt x="0" y="0"/>
                </a:moveTo>
                <a:lnTo>
                  <a:pt x="2760656" y="0"/>
                </a:lnTo>
                <a:lnTo>
                  <a:pt x="2760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4916712">
            <a:off x="1204405" y="9015281"/>
            <a:ext cx="2028456" cy="3023444"/>
          </a:xfrm>
          <a:custGeom>
            <a:avLst/>
            <a:gdLst/>
            <a:ahLst/>
            <a:cxnLst/>
            <a:rect r="r" b="b" t="t" l="l"/>
            <a:pathLst>
              <a:path h="3023444" w="2028456">
                <a:moveTo>
                  <a:pt x="0" y="0"/>
                </a:moveTo>
                <a:lnTo>
                  <a:pt x="2028457" y="0"/>
                </a:lnTo>
                <a:lnTo>
                  <a:pt x="2028457" y="3023444"/>
                </a:lnTo>
                <a:lnTo>
                  <a:pt x="0" y="3023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-645077">
            <a:off x="17144839" y="6660811"/>
            <a:ext cx="2028456" cy="3023444"/>
          </a:xfrm>
          <a:custGeom>
            <a:avLst/>
            <a:gdLst/>
            <a:ahLst/>
            <a:cxnLst/>
            <a:rect r="r" b="b" t="t" l="l"/>
            <a:pathLst>
              <a:path h="3023444" w="2028456">
                <a:moveTo>
                  <a:pt x="0" y="0"/>
                </a:moveTo>
                <a:lnTo>
                  <a:pt x="2028457" y="0"/>
                </a:lnTo>
                <a:lnTo>
                  <a:pt x="2028457" y="3023445"/>
                </a:lnTo>
                <a:lnTo>
                  <a:pt x="0" y="3023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615240" y="4839452"/>
            <a:ext cx="7128884" cy="116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각자의 질문 돌려보고 질문에 묻고 답하며 모둠 활동, 모둠 질문만들기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2662" y="-240003"/>
            <a:ext cx="18693324" cy="1076700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3831" cy="7564841"/>
            </a:xfrm>
            <a:custGeom>
              <a:avLst/>
              <a:gdLst/>
              <a:ahLst/>
              <a:cxnLst/>
              <a:rect r="r" b="b" t="t" l="l"/>
              <a:pathLst>
                <a:path h="7564841" w="13133831">
                  <a:moveTo>
                    <a:pt x="13133831" y="83589"/>
                  </a:moveTo>
                  <a:lnTo>
                    <a:pt x="13133831" y="0"/>
                  </a:lnTo>
                  <a:lnTo>
                    <a:pt x="72563" y="0"/>
                  </a:lnTo>
                  <a:lnTo>
                    <a:pt x="72563" y="41795"/>
                  </a:lnTo>
                  <a:lnTo>
                    <a:pt x="0" y="41795"/>
                  </a:lnTo>
                  <a:lnTo>
                    <a:pt x="0" y="7564841"/>
                  </a:lnTo>
                  <a:lnTo>
                    <a:pt x="145125" y="7564841"/>
                  </a:lnTo>
                  <a:lnTo>
                    <a:pt x="145125" y="6102027"/>
                  </a:lnTo>
                  <a:lnTo>
                    <a:pt x="2612254" y="6102027"/>
                  </a:lnTo>
                  <a:lnTo>
                    <a:pt x="2612254" y="7564841"/>
                  </a:lnTo>
                  <a:lnTo>
                    <a:pt x="2757379" y="7564841"/>
                  </a:lnTo>
                  <a:lnTo>
                    <a:pt x="2757379" y="6102027"/>
                  </a:lnTo>
                  <a:lnTo>
                    <a:pt x="5224507" y="6102027"/>
                  </a:lnTo>
                  <a:lnTo>
                    <a:pt x="5224507" y="7564841"/>
                  </a:lnTo>
                  <a:lnTo>
                    <a:pt x="5369632" y="7564841"/>
                  </a:lnTo>
                  <a:lnTo>
                    <a:pt x="5369632" y="6102027"/>
                  </a:lnTo>
                  <a:lnTo>
                    <a:pt x="7836760" y="6102027"/>
                  </a:lnTo>
                  <a:lnTo>
                    <a:pt x="7836760" y="7564841"/>
                  </a:lnTo>
                  <a:lnTo>
                    <a:pt x="7981886" y="7564841"/>
                  </a:lnTo>
                  <a:lnTo>
                    <a:pt x="7981886" y="6102027"/>
                  </a:lnTo>
                  <a:lnTo>
                    <a:pt x="10449014" y="6102027"/>
                  </a:lnTo>
                  <a:lnTo>
                    <a:pt x="10449014" y="7564841"/>
                  </a:lnTo>
                  <a:lnTo>
                    <a:pt x="10594139" y="7564841"/>
                  </a:lnTo>
                  <a:lnTo>
                    <a:pt x="10594139" y="6102027"/>
                  </a:lnTo>
                  <a:lnTo>
                    <a:pt x="13133831" y="6102027"/>
                  </a:lnTo>
                  <a:lnTo>
                    <a:pt x="13133831" y="6018438"/>
                  </a:lnTo>
                  <a:lnTo>
                    <a:pt x="10594139" y="6018438"/>
                  </a:lnTo>
                  <a:lnTo>
                    <a:pt x="10594139" y="4597417"/>
                  </a:lnTo>
                  <a:lnTo>
                    <a:pt x="13133831" y="4597417"/>
                  </a:lnTo>
                  <a:lnTo>
                    <a:pt x="13133831" y="4513828"/>
                  </a:lnTo>
                  <a:lnTo>
                    <a:pt x="10594139" y="4513828"/>
                  </a:lnTo>
                  <a:lnTo>
                    <a:pt x="10594139" y="3092808"/>
                  </a:lnTo>
                  <a:lnTo>
                    <a:pt x="13133831" y="3092808"/>
                  </a:lnTo>
                  <a:lnTo>
                    <a:pt x="13133831" y="3009219"/>
                  </a:lnTo>
                  <a:lnTo>
                    <a:pt x="10594139" y="3009219"/>
                  </a:lnTo>
                  <a:lnTo>
                    <a:pt x="10594139" y="1588199"/>
                  </a:lnTo>
                  <a:lnTo>
                    <a:pt x="13133831" y="1588199"/>
                  </a:lnTo>
                  <a:lnTo>
                    <a:pt x="13133831" y="1504609"/>
                  </a:lnTo>
                  <a:lnTo>
                    <a:pt x="10594139" y="1504609"/>
                  </a:lnTo>
                  <a:lnTo>
                    <a:pt x="10594139" y="83589"/>
                  </a:lnTo>
                  <a:lnTo>
                    <a:pt x="13133831" y="83589"/>
                  </a:lnTo>
                  <a:close/>
                  <a:moveTo>
                    <a:pt x="2757379" y="1504609"/>
                  </a:moveTo>
                  <a:lnTo>
                    <a:pt x="2757379" y="83589"/>
                  </a:lnTo>
                  <a:lnTo>
                    <a:pt x="5224507" y="83589"/>
                  </a:lnTo>
                  <a:lnTo>
                    <a:pt x="5224507" y="1504609"/>
                  </a:lnTo>
                  <a:lnTo>
                    <a:pt x="2757379" y="1504609"/>
                  </a:lnTo>
                  <a:close/>
                  <a:moveTo>
                    <a:pt x="5224507" y="1588199"/>
                  </a:moveTo>
                  <a:lnTo>
                    <a:pt x="5224507" y="3009219"/>
                  </a:lnTo>
                  <a:lnTo>
                    <a:pt x="2757379" y="3009219"/>
                  </a:lnTo>
                  <a:lnTo>
                    <a:pt x="2757379" y="1588199"/>
                  </a:lnTo>
                  <a:lnTo>
                    <a:pt x="5224507" y="1588199"/>
                  </a:lnTo>
                  <a:close/>
                  <a:moveTo>
                    <a:pt x="2612254" y="1504609"/>
                  </a:moveTo>
                  <a:lnTo>
                    <a:pt x="145125" y="1504609"/>
                  </a:lnTo>
                  <a:lnTo>
                    <a:pt x="145125" y="83589"/>
                  </a:lnTo>
                  <a:lnTo>
                    <a:pt x="2612254" y="83589"/>
                  </a:lnTo>
                  <a:lnTo>
                    <a:pt x="2612254" y="1504609"/>
                  </a:lnTo>
                  <a:close/>
                  <a:moveTo>
                    <a:pt x="2612254" y="1588199"/>
                  </a:moveTo>
                  <a:lnTo>
                    <a:pt x="2612254" y="3009219"/>
                  </a:lnTo>
                  <a:lnTo>
                    <a:pt x="145125" y="3009219"/>
                  </a:lnTo>
                  <a:lnTo>
                    <a:pt x="145125" y="1588199"/>
                  </a:lnTo>
                  <a:lnTo>
                    <a:pt x="2612254" y="1588199"/>
                  </a:lnTo>
                  <a:close/>
                  <a:moveTo>
                    <a:pt x="2612254" y="3092808"/>
                  </a:moveTo>
                  <a:lnTo>
                    <a:pt x="2612254" y="4513828"/>
                  </a:lnTo>
                  <a:lnTo>
                    <a:pt x="145125" y="4513828"/>
                  </a:lnTo>
                  <a:lnTo>
                    <a:pt x="145125" y="3092808"/>
                  </a:lnTo>
                  <a:lnTo>
                    <a:pt x="2612254" y="3092808"/>
                  </a:lnTo>
                  <a:close/>
                  <a:moveTo>
                    <a:pt x="2757379" y="3092808"/>
                  </a:moveTo>
                  <a:lnTo>
                    <a:pt x="5224507" y="3092808"/>
                  </a:lnTo>
                  <a:lnTo>
                    <a:pt x="5224507" y="4513828"/>
                  </a:lnTo>
                  <a:lnTo>
                    <a:pt x="2757379" y="4513828"/>
                  </a:lnTo>
                  <a:lnTo>
                    <a:pt x="2757379" y="3092808"/>
                  </a:lnTo>
                  <a:close/>
                  <a:moveTo>
                    <a:pt x="5369632" y="3092808"/>
                  </a:moveTo>
                  <a:lnTo>
                    <a:pt x="7836760" y="3092808"/>
                  </a:lnTo>
                  <a:lnTo>
                    <a:pt x="7836760" y="4513828"/>
                  </a:lnTo>
                  <a:lnTo>
                    <a:pt x="5369632" y="4513828"/>
                  </a:lnTo>
                  <a:lnTo>
                    <a:pt x="5369632" y="3092808"/>
                  </a:lnTo>
                  <a:close/>
                  <a:moveTo>
                    <a:pt x="5369632" y="3009219"/>
                  </a:moveTo>
                  <a:lnTo>
                    <a:pt x="5369632" y="1588199"/>
                  </a:lnTo>
                  <a:lnTo>
                    <a:pt x="7836760" y="1588199"/>
                  </a:lnTo>
                  <a:lnTo>
                    <a:pt x="7836760" y="3009219"/>
                  </a:lnTo>
                  <a:lnTo>
                    <a:pt x="5369632" y="3009219"/>
                  </a:lnTo>
                  <a:close/>
                  <a:moveTo>
                    <a:pt x="5369632" y="1504609"/>
                  </a:moveTo>
                  <a:lnTo>
                    <a:pt x="5369632" y="83589"/>
                  </a:lnTo>
                  <a:lnTo>
                    <a:pt x="7836760" y="83589"/>
                  </a:lnTo>
                  <a:lnTo>
                    <a:pt x="7836760" y="1504609"/>
                  </a:lnTo>
                  <a:lnTo>
                    <a:pt x="5369632" y="1504609"/>
                  </a:lnTo>
                  <a:close/>
                  <a:moveTo>
                    <a:pt x="145125" y="6018438"/>
                  </a:moveTo>
                  <a:lnTo>
                    <a:pt x="145125" y="4597417"/>
                  </a:lnTo>
                  <a:lnTo>
                    <a:pt x="2612254" y="4597417"/>
                  </a:lnTo>
                  <a:lnTo>
                    <a:pt x="2612254" y="6018438"/>
                  </a:lnTo>
                  <a:lnTo>
                    <a:pt x="145125" y="6018438"/>
                  </a:lnTo>
                  <a:close/>
                  <a:moveTo>
                    <a:pt x="2757379" y="6018438"/>
                  </a:moveTo>
                  <a:lnTo>
                    <a:pt x="2757379" y="4597417"/>
                  </a:lnTo>
                  <a:lnTo>
                    <a:pt x="5224507" y="4597417"/>
                  </a:lnTo>
                  <a:lnTo>
                    <a:pt x="5224507" y="6018438"/>
                  </a:lnTo>
                  <a:lnTo>
                    <a:pt x="2757379" y="6018438"/>
                  </a:lnTo>
                  <a:close/>
                  <a:moveTo>
                    <a:pt x="5369632" y="6018438"/>
                  </a:moveTo>
                  <a:lnTo>
                    <a:pt x="5369632" y="4597417"/>
                  </a:lnTo>
                  <a:lnTo>
                    <a:pt x="7836760" y="4597417"/>
                  </a:lnTo>
                  <a:lnTo>
                    <a:pt x="7836760" y="6018438"/>
                  </a:lnTo>
                  <a:lnTo>
                    <a:pt x="5369632" y="6018438"/>
                  </a:lnTo>
                  <a:close/>
                  <a:moveTo>
                    <a:pt x="10449014" y="6018438"/>
                  </a:moveTo>
                  <a:lnTo>
                    <a:pt x="7981886" y="6018438"/>
                  </a:lnTo>
                  <a:lnTo>
                    <a:pt x="7981886" y="4597417"/>
                  </a:lnTo>
                  <a:lnTo>
                    <a:pt x="10449014" y="4597417"/>
                  </a:lnTo>
                  <a:lnTo>
                    <a:pt x="10449014" y="6018438"/>
                  </a:lnTo>
                  <a:close/>
                  <a:moveTo>
                    <a:pt x="10449014" y="4513828"/>
                  </a:moveTo>
                  <a:lnTo>
                    <a:pt x="7981886" y="4513828"/>
                  </a:lnTo>
                  <a:lnTo>
                    <a:pt x="7981886" y="3092808"/>
                  </a:lnTo>
                  <a:lnTo>
                    <a:pt x="10449014" y="3092808"/>
                  </a:lnTo>
                  <a:lnTo>
                    <a:pt x="10449014" y="4513828"/>
                  </a:lnTo>
                  <a:close/>
                  <a:moveTo>
                    <a:pt x="10449014" y="3009219"/>
                  </a:moveTo>
                  <a:lnTo>
                    <a:pt x="7981886" y="3009219"/>
                  </a:lnTo>
                  <a:lnTo>
                    <a:pt x="7981886" y="1588199"/>
                  </a:lnTo>
                  <a:lnTo>
                    <a:pt x="10449014" y="1588199"/>
                  </a:lnTo>
                  <a:lnTo>
                    <a:pt x="10449014" y="3009219"/>
                  </a:lnTo>
                  <a:close/>
                  <a:moveTo>
                    <a:pt x="10449014" y="1504609"/>
                  </a:moveTo>
                  <a:lnTo>
                    <a:pt x="7981886" y="1504609"/>
                  </a:lnTo>
                  <a:lnTo>
                    <a:pt x="7981886" y="83589"/>
                  </a:lnTo>
                  <a:lnTo>
                    <a:pt x="10449014" y="83589"/>
                  </a:lnTo>
                  <a:lnTo>
                    <a:pt x="10449014" y="1504609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94284" y="1028700"/>
            <a:ext cx="8299433" cy="1883905"/>
            <a:chOff x="0" y="0"/>
            <a:chExt cx="2185859" cy="4961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5859" cy="496173"/>
            </a:xfrm>
            <a:custGeom>
              <a:avLst/>
              <a:gdLst/>
              <a:ahLst/>
              <a:cxnLst/>
              <a:rect r="r" b="b" t="t" l="l"/>
              <a:pathLst>
                <a:path h="496173" w="2185859">
                  <a:moveTo>
                    <a:pt x="46641" y="0"/>
                  </a:moveTo>
                  <a:lnTo>
                    <a:pt x="2139217" y="0"/>
                  </a:lnTo>
                  <a:cubicBezTo>
                    <a:pt x="2164977" y="0"/>
                    <a:pt x="2185859" y="20882"/>
                    <a:pt x="2185859" y="46641"/>
                  </a:cubicBezTo>
                  <a:lnTo>
                    <a:pt x="2185859" y="449531"/>
                  </a:lnTo>
                  <a:cubicBezTo>
                    <a:pt x="2185859" y="461901"/>
                    <a:pt x="2180945" y="473765"/>
                    <a:pt x="2172198" y="482512"/>
                  </a:cubicBezTo>
                  <a:cubicBezTo>
                    <a:pt x="2163451" y="491259"/>
                    <a:pt x="2151588" y="496173"/>
                    <a:pt x="2139217" y="496173"/>
                  </a:cubicBezTo>
                  <a:lnTo>
                    <a:pt x="46641" y="496173"/>
                  </a:lnTo>
                  <a:cubicBezTo>
                    <a:pt x="34271" y="496173"/>
                    <a:pt x="22408" y="491259"/>
                    <a:pt x="13661" y="482512"/>
                  </a:cubicBezTo>
                  <a:cubicBezTo>
                    <a:pt x="4914" y="473765"/>
                    <a:pt x="0" y="461901"/>
                    <a:pt x="0" y="449531"/>
                  </a:cubicBezTo>
                  <a:lnTo>
                    <a:pt x="0" y="46641"/>
                  </a:lnTo>
                  <a:cubicBezTo>
                    <a:pt x="0" y="34271"/>
                    <a:pt x="4914" y="22408"/>
                    <a:pt x="13661" y="13661"/>
                  </a:cubicBezTo>
                  <a:cubicBezTo>
                    <a:pt x="22408" y="4914"/>
                    <a:pt x="34271" y="0"/>
                    <a:pt x="46641" y="0"/>
                  </a:cubicBezTo>
                  <a:close/>
                </a:path>
              </a:pathLst>
            </a:custGeom>
            <a:solidFill>
              <a:srgbClr val="B5151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5859" cy="53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122004" y="1208888"/>
            <a:ext cx="8043992" cy="137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4"/>
              </a:lnSpc>
              <a:spcBef>
                <a:spcPct val="0"/>
              </a:spcBef>
            </a:pPr>
            <a:r>
              <a:rPr lang="en-US" b="true" sz="8053">
                <a:solidFill>
                  <a:srgbClr val="FFFFFF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탐구 질문 만들기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565325" y="3528959"/>
            <a:ext cx="5157351" cy="6388610"/>
          </a:xfrm>
          <a:custGeom>
            <a:avLst/>
            <a:gdLst/>
            <a:ahLst/>
            <a:cxnLst/>
            <a:rect r="r" b="b" t="t" l="l"/>
            <a:pathLst>
              <a:path h="6388610" w="5157351">
                <a:moveTo>
                  <a:pt x="0" y="0"/>
                </a:moveTo>
                <a:lnTo>
                  <a:pt x="5157350" y="0"/>
                </a:lnTo>
                <a:lnTo>
                  <a:pt x="5157350" y="6388609"/>
                </a:lnTo>
                <a:lnTo>
                  <a:pt x="0" y="6388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96781" y="4618541"/>
            <a:ext cx="1096074" cy="1036288"/>
          </a:xfrm>
          <a:custGeom>
            <a:avLst/>
            <a:gdLst/>
            <a:ahLst/>
            <a:cxnLst/>
            <a:rect r="r" b="b" t="t" l="l"/>
            <a:pathLst>
              <a:path h="1036288" w="1096074">
                <a:moveTo>
                  <a:pt x="0" y="0"/>
                </a:moveTo>
                <a:lnTo>
                  <a:pt x="1096073" y="0"/>
                </a:lnTo>
                <a:lnTo>
                  <a:pt x="1096073" y="1036288"/>
                </a:lnTo>
                <a:lnTo>
                  <a:pt x="0" y="1036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621860">
            <a:off x="2236191" y="1869049"/>
            <a:ext cx="2179626" cy="2215886"/>
          </a:xfrm>
          <a:custGeom>
            <a:avLst/>
            <a:gdLst/>
            <a:ahLst/>
            <a:cxnLst/>
            <a:rect r="r" b="b" t="t" l="l"/>
            <a:pathLst>
              <a:path h="2215886" w="2179626">
                <a:moveTo>
                  <a:pt x="0" y="0"/>
                </a:moveTo>
                <a:lnTo>
                  <a:pt x="2179625" y="0"/>
                </a:lnTo>
                <a:lnTo>
                  <a:pt x="2179625" y="2215886"/>
                </a:lnTo>
                <a:lnTo>
                  <a:pt x="0" y="22158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739262">
            <a:off x="4427581" y="3241378"/>
            <a:ext cx="2511210" cy="1913085"/>
          </a:xfrm>
          <a:custGeom>
            <a:avLst/>
            <a:gdLst/>
            <a:ahLst/>
            <a:cxnLst/>
            <a:rect r="r" b="b" t="t" l="l"/>
            <a:pathLst>
              <a:path h="1913085" w="2511210">
                <a:moveTo>
                  <a:pt x="0" y="0"/>
                </a:moveTo>
                <a:lnTo>
                  <a:pt x="2511210" y="0"/>
                </a:lnTo>
                <a:lnTo>
                  <a:pt x="2511210" y="1913085"/>
                </a:lnTo>
                <a:lnTo>
                  <a:pt x="0" y="19130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236220">
            <a:off x="10200018" y="3789290"/>
            <a:ext cx="2391746" cy="1273605"/>
          </a:xfrm>
          <a:custGeom>
            <a:avLst/>
            <a:gdLst/>
            <a:ahLst/>
            <a:cxnLst/>
            <a:rect r="r" b="b" t="t" l="l"/>
            <a:pathLst>
              <a:path h="1273605" w="2391746">
                <a:moveTo>
                  <a:pt x="2391746" y="0"/>
                </a:moveTo>
                <a:lnTo>
                  <a:pt x="0" y="0"/>
                </a:lnTo>
                <a:lnTo>
                  <a:pt x="0" y="1273605"/>
                </a:lnTo>
                <a:lnTo>
                  <a:pt x="2391746" y="1273605"/>
                </a:lnTo>
                <a:lnTo>
                  <a:pt x="239174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070600">
            <a:off x="12580595" y="3477207"/>
            <a:ext cx="2414360" cy="2282668"/>
          </a:xfrm>
          <a:custGeom>
            <a:avLst/>
            <a:gdLst/>
            <a:ahLst/>
            <a:cxnLst/>
            <a:rect r="r" b="b" t="t" l="l"/>
            <a:pathLst>
              <a:path h="2282668" w="2414360">
                <a:moveTo>
                  <a:pt x="0" y="0"/>
                </a:moveTo>
                <a:lnTo>
                  <a:pt x="2414361" y="0"/>
                </a:lnTo>
                <a:lnTo>
                  <a:pt x="2414361" y="2282668"/>
                </a:lnTo>
                <a:lnTo>
                  <a:pt x="0" y="2282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83810">
            <a:off x="1411169" y="5370443"/>
            <a:ext cx="2708148" cy="1877601"/>
          </a:xfrm>
          <a:custGeom>
            <a:avLst/>
            <a:gdLst/>
            <a:ahLst/>
            <a:cxnLst/>
            <a:rect r="r" b="b" t="t" l="l"/>
            <a:pathLst>
              <a:path h="1877601" w="2708148">
                <a:moveTo>
                  <a:pt x="0" y="0"/>
                </a:moveTo>
                <a:lnTo>
                  <a:pt x="2708148" y="0"/>
                </a:lnTo>
                <a:lnTo>
                  <a:pt x="2708148" y="1877601"/>
                </a:lnTo>
                <a:lnTo>
                  <a:pt x="0" y="1877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-8363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0304630">
            <a:off x="4427581" y="6112406"/>
            <a:ext cx="2511210" cy="1913085"/>
          </a:xfrm>
          <a:custGeom>
            <a:avLst/>
            <a:gdLst/>
            <a:ahLst/>
            <a:cxnLst/>
            <a:rect r="r" b="b" t="t" l="l"/>
            <a:pathLst>
              <a:path h="1913085" w="2511210">
                <a:moveTo>
                  <a:pt x="0" y="0"/>
                </a:moveTo>
                <a:lnTo>
                  <a:pt x="2511210" y="0"/>
                </a:lnTo>
                <a:lnTo>
                  <a:pt x="2511210" y="1913085"/>
                </a:lnTo>
                <a:lnTo>
                  <a:pt x="0" y="19130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293716" y="7281475"/>
            <a:ext cx="3100905" cy="1738707"/>
          </a:xfrm>
          <a:custGeom>
            <a:avLst/>
            <a:gdLst/>
            <a:ahLst/>
            <a:cxnLst/>
            <a:rect r="r" b="b" t="t" l="l"/>
            <a:pathLst>
              <a:path h="1738707" w="3100905">
                <a:moveTo>
                  <a:pt x="0" y="0"/>
                </a:moveTo>
                <a:lnTo>
                  <a:pt x="3100905" y="0"/>
                </a:lnTo>
                <a:lnTo>
                  <a:pt x="3100905" y="1738707"/>
                </a:lnTo>
                <a:lnTo>
                  <a:pt x="0" y="173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9069" t="-390589" r="-62993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9838015">
            <a:off x="10507722" y="7697744"/>
            <a:ext cx="2511210" cy="1913085"/>
          </a:xfrm>
          <a:custGeom>
            <a:avLst/>
            <a:gdLst/>
            <a:ahLst/>
            <a:cxnLst/>
            <a:rect r="r" b="b" t="t" l="l"/>
            <a:pathLst>
              <a:path h="1913085" w="2511210">
                <a:moveTo>
                  <a:pt x="2511210" y="0"/>
                </a:moveTo>
                <a:lnTo>
                  <a:pt x="0" y="0"/>
                </a:lnTo>
                <a:lnTo>
                  <a:pt x="0" y="1913085"/>
                </a:lnTo>
                <a:lnTo>
                  <a:pt x="2511210" y="1913085"/>
                </a:lnTo>
                <a:lnTo>
                  <a:pt x="251121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911984">
            <a:off x="6027963" y="8137941"/>
            <a:ext cx="3295736" cy="931046"/>
          </a:xfrm>
          <a:custGeom>
            <a:avLst/>
            <a:gdLst/>
            <a:ahLst/>
            <a:cxnLst/>
            <a:rect r="r" b="b" t="t" l="l"/>
            <a:pathLst>
              <a:path h="931046" w="3295736">
                <a:moveTo>
                  <a:pt x="3295736" y="0"/>
                </a:moveTo>
                <a:lnTo>
                  <a:pt x="0" y="0"/>
                </a:lnTo>
                <a:lnTo>
                  <a:pt x="0" y="931045"/>
                </a:lnTo>
                <a:lnTo>
                  <a:pt x="3295736" y="931045"/>
                </a:lnTo>
                <a:lnTo>
                  <a:pt x="3295736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470215">
            <a:off x="2910967" y="4258801"/>
            <a:ext cx="821710" cy="61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생각</a:t>
            </a:r>
          </a:p>
        </p:txBody>
      </p:sp>
      <p:sp>
        <p:nvSpPr>
          <p:cNvPr name="TextBox 20" id="20"/>
          <p:cNvSpPr txBox="true"/>
          <p:nvPr/>
        </p:nvSpPr>
        <p:spPr>
          <a:xfrm rot="-1038735">
            <a:off x="13928554" y="6039268"/>
            <a:ext cx="821710" cy="61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생각</a:t>
            </a:r>
          </a:p>
        </p:txBody>
      </p:sp>
      <p:sp>
        <p:nvSpPr>
          <p:cNvPr name="TextBox 21" id="21"/>
          <p:cNvSpPr txBox="true"/>
          <p:nvPr/>
        </p:nvSpPr>
        <p:spPr>
          <a:xfrm rot="1340022">
            <a:off x="2366042" y="7339302"/>
            <a:ext cx="821710" cy="61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생각</a:t>
            </a:r>
          </a:p>
        </p:txBody>
      </p:sp>
      <p:sp>
        <p:nvSpPr>
          <p:cNvPr name="TextBox 22" id="22"/>
          <p:cNvSpPr txBox="true"/>
          <p:nvPr/>
        </p:nvSpPr>
        <p:spPr>
          <a:xfrm rot="692790">
            <a:off x="13487795" y="9094038"/>
            <a:ext cx="821710" cy="61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질문</a:t>
            </a:r>
          </a:p>
        </p:txBody>
      </p:sp>
      <p:sp>
        <p:nvSpPr>
          <p:cNvPr name="TextBox 23" id="23"/>
          <p:cNvSpPr txBox="true"/>
          <p:nvPr/>
        </p:nvSpPr>
        <p:spPr>
          <a:xfrm rot="-164412">
            <a:off x="4692695" y="8429188"/>
            <a:ext cx="821710" cy="61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생각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2662" y="-240003"/>
            <a:ext cx="18693324" cy="1076700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3831" cy="7564841"/>
            </a:xfrm>
            <a:custGeom>
              <a:avLst/>
              <a:gdLst/>
              <a:ahLst/>
              <a:cxnLst/>
              <a:rect r="r" b="b" t="t" l="l"/>
              <a:pathLst>
                <a:path h="7564841" w="13133831">
                  <a:moveTo>
                    <a:pt x="13133831" y="83589"/>
                  </a:moveTo>
                  <a:lnTo>
                    <a:pt x="13133831" y="0"/>
                  </a:lnTo>
                  <a:lnTo>
                    <a:pt x="72563" y="0"/>
                  </a:lnTo>
                  <a:lnTo>
                    <a:pt x="72563" y="41795"/>
                  </a:lnTo>
                  <a:lnTo>
                    <a:pt x="0" y="41795"/>
                  </a:lnTo>
                  <a:lnTo>
                    <a:pt x="0" y="7564841"/>
                  </a:lnTo>
                  <a:lnTo>
                    <a:pt x="145125" y="7564841"/>
                  </a:lnTo>
                  <a:lnTo>
                    <a:pt x="145125" y="6102027"/>
                  </a:lnTo>
                  <a:lnTo>
                    <a:pt x="2612254" y="6102027"/>
                  </a:lnTo>
                  <a:lnTo>
                    <a:pt x="2612254" y="7564841"/>
                  </a:lnTo>
                  <a:lnTo>
                    <a:pt x="2757379" y="7564841"/>
                  </a:lnTo>
                  <a:lnTo>
                    <a:pt x="2757379" y="6102027"/>
                  </a:lnTo>
                  <a:lnTo>
                    <a:pt x="5224507" y="6102027"/>
                  </a:lnTo>
                  <a:lnTo>
                    <a:pt x="5224507" y="7564841"/>
                  </a:lnTo>
                  <a:lnTo>
                    <a:pt x="5369632" y="7564841"/>
                  </a:lnTo>
                  <a:lnTo>
                    <a:pt x="5369632" y="6102027"/>
                  </a:lnTo>
                  <a:lnTo>
                    <a:pt x="7836760" y="6102027"/>
                  </a:lnTo>
                  <a:lnTo>
                    <a:pt x="7836760" y="7564841"/>
                  </a:lnTo>
                  <a:lnTo>
                    <a:pt x="7981886" y="7564841"/>
                  </a:lnTo>
                  <a:lnTo>
                    <a:pt x="7981886" y="6102027"/>
                  </a:lnTo>
                  <a:lnTo>
                    <a:pt x="10449014" y="6102027"/>
                  </a:lnTo>
                  <a:lnTo>
                    <a:pt x="10449014" y="7564841"/>
                  </a:lnTo>
                  <a:lnTo>
                    <a:pt x="10594139" y="7564841"/>
                  </a:lnTo>
                  <a:lnTo>
                    <a:pt x="10594139" y="6102027"/>
                  </a:lnTo>
                  <a:lnTo>
                    <a:pt x="13133831" y="6102027"/>
                  </a:lnTo>
                  <a:lnTo>
                    <a:pt x="13133831" y="6018438"/>
                  </a:lnTo>
                  <a:lnTo>
                    <a:pt x="10594139" y="6018438"/>
                  </a:lnTo>
                  <a:lnTo>
                    <a:pt x="10594139" y="4597417"/>
                  </a:lnTo>
                  <a:lnTo>
                    <a:pt x="13133831" y="4597417"/>
                  </a:lnTo>
                  <a:lnTo>
                    <a:pt x="13133831" y="4513828"/>
                  </a:lnTo>
                  <a:lnTo>
                    <a:pt x="10594139" y="4513828"/>
                  </a:lnTo>
                  <a:lnTo>
                    <a:pt x="10594139" y="3092808"/>
                  </a:lnTo>
                  <a:lnTo>
                    <a:pt x="13133831" y="3092808"/>
                  </a:lnTo>
                  <a:lnTo>
                    <a:pt x="13133831" y="3009219"/>
                  </a:lnTo>
                  <a:lnTo>
                    <a:pt x="10594139" y="3009219"/>
                  </a:lnTo>
                  <a:lnTo>
                    <a:pt x="10594139" y="1588199"/>
                  </a:lnTo>
                  <a:lnTo>
                    <a:pt x="13133831" y="1588199"/>
                  </a:lnTo>
                  <a:lnTo>
                    <a:pt x="13133831" y="1504609"/>
                  </a:lnTo>
                  <a:lnTo>
                    <a:pt x="10594139" y="1504609"/>
                  </a:lnTo>
                  <a:lnTo>
                    <a:pt x="10594139" y="83589"/>
                  </a:lnTo>
                  <a:lnTo>
                    <a:pt x="13133831" y="83589"/>
                  </a:lnTo>
                  <a:close/>
                  <a:moveTo>
                    <a:pt x="2757379" y="1504609"/>
                  </a:moveTo>
                  <a:lnTo>
                    <a:pt x="2757379" y="83589"/>
                  </a:lnTo>
                  <a:lnTo>
                    <a:pt x="5224507" y="83589"/>
                  </a:lnTo>
                  <a:lnTo>
                    <a:pt x="5224507" y="1504609"/>
                  </a:lnTo>
                  <a:lnTo>
                    <a:pt x="2757379" y="1504609"/>
                  </a:lnTo>
                  <a:close/>
                  <a:moveTo>
                    <a:pt x="5224507" y="1588199"/>
                  </a:moveTo>
                  <a:lnTo>
                    <a:pt x="5224507" y="3009219"/>
                  </a:lnTo>
                  <a:lnTo>
                    <a:pt x="2757379" y="3009219"/>
                  </a:lnTo>
                  <a:lnTo>
                    <a:pt x="2757379" y="1588199"/>
                  </a:lnTo>
                  <a:lnTo>
                    <a:pt x="5224507" y="1588199"/>
                  </a:lnTo>
                  <a:close/>
                  <a:moveTo>
                    <a:pt x="2612254" y="1504609"/>
                  </a:moveTo>
                  <a:lnTo>
                    <a:pt x="145125" y="1504609"/>
                  </a:lnTo>
                  <a:lnTo>
                    <a:pt x="145125" y="83589"/>
                  </a:lnTo>
                  <a:lnTo>
                    <a:pt x="2612254" y="83589"/>
                  </a:lnTo>
                  <a:lnTo>
                    <a:pt x="2612254" y="1504609"/>
                  </a:lnTo>
                  <a:close/>
                  <a:moveTo>
                    <a:pt x="2612254" y="1588199"/>
                  </a:moveTo>
                  <a:lnTo>
                    <a:pt x="2612254" y="3009219"/>
                  </a:lnTo>
                  <a:lnTo>
                    <a:pt x="145125" y="3009219"/>
                  </a:lnTo>
                  <a:lnTo>
                    <a:pt x="145125" y="1588199"/>
                  </a:lnTo>
                  <a:lnTo>
                    <a:pt x="2612254" y="1588199"/>
                  </a:lnTo>
                  <a:close/>
                  <a:moveTo>
                    <a:pt x="2612254" y="3092808"/>
                  </a:moveTo>
                  <a:lnTo>
                    <a:pt x="2612254" y="4513828"/>
                  </a:lnTo>
                  <a:lnTo>
                    <a:pt x="145125" y="4513828"/>
                  </a:lnTo>
                  <a:lnTo>
                    <a:pt x="145125" y="3092808"/>
                  </a:lnTo>
                  <a:lnTo>
                    <a:pt x="2612254" y="3092808"/>
                  </a:lnTo>
                  <a:close/>
                  <a:moveTo>
                    <a:pt x="2757379" y="3092808"/>
                  </a:moveTo>
                  <a:lnTo>
                    <a:pt x="5224507" y="3092808"/>
                  </a:lnTo>
                  <a:lnTo>
                    <a:pt x="5224507" y="4513828"/>
                  </a:lnTo>
                  <a:lnTo>
                    <a:pt x="2757379" y="4513828"/>
                  </a:lnTo>
                  <a:lnTo>
                    <a:pt x="2757379" y="3092808"/>
                  </a:lnTo>
                  <a:close/>
                  <a:moveTo>
                    <a:pt x="5369632" y="3092808"/>
                  </a:moveTo>
                  <a:lnTo>
                    <a:pt x="7836760" y="3092808"/>
                  </a:lnTo>
                  <a:lnTo>
                    <a:pt x="7836760" y="4513828"/>
                  </a:lnTo>
                  <a:lnTo>
                    <a:pt x="5369632" y="4513828"/>
                  </a:lnTo>
                  <a:lnTo>
                    <a:pt x="5369632" y="3092808"/>
                  </a:lnTo>
                  <a:close/>
                  <a:moveTo>
                    <a:pt x="5369632" y="3009219"/>
                  </a:moveTo>
                  <a:lnTo>
                    <a:pt x="5369632" y="1588199"/>
                  </a:lnTo>
                  <a:lnTo>
                    <a:pt x="7836760" y="1588199"/>
                  </a:lnTo>
                  <a:lnTo>
                    <a:pt x="7836760" y="3009219"/>
                  </a:lnTo>
                  <a:lnTo>
                    <a:pt x="5369632" y="3009219"/>
                  </a:lnTo>
                  <a:close/>
                  <a:moveTo>
                    <a:pt x="5369632" y="1504609"/>
                  </a:moveTo>
                  <a:lnTo>
                    <a:pt x="5369632" y="83589"/>
                  </a:lnTo>
                  <a:lnTo>
                    <a:pt x="7836760" y="83589"/>
                  </a:lnTo>
                  <a:lnTo>
                    <a:pt x="7836760" y="1504609"/>
                  </a:lnTo>
                  <a:lnTo>
                    <a:pt x="5369632" y="1504609"/>
                  </a:lnTo>
                  <a:close/>
                  <a:moveTo>
                    <a:pt x="145125" y="6018438"/>
                  </a:moveTo>
                  <a:lnTo>
                    <a:pt x="145125" y="4597417"/>
                  </a:lnTo>
                  <a:lnTo>
                    <a:pt x="2612254" y="4597417"/>
                  </a:lnTo>
                  <a:lnTo>
                    <a:pt x="2612254" y="6018438"/>
                  </a:lnTo>
                  <a:lnTo>
                    <a:pt x="145125" y="6018438"/>
                  </a:lnTo>
                  <a:close/>
                  <a:moveTo>
                    <a:pt x="2757379" y="6018438"/>
                  </a:moveTo>
                  <a:lnTo>
                    <a:pt x="2757379" y="4597417"/>
                  </a:lnTo>
                  <a:lnTo>
                    <a:pt x="5224507" y="4597417"/>
                  </a:lnTo>
                  <a:lnTo>
                    <a:pt x="5224507" y="6018438"/>
                  </a:lnTo>
                  <a:lnTo>
                    <a:pt x="2757379" y="6018438"/>
                  </a:lnTo>
                  <a:close/>
                  <a:moveTo>
                    <a:pt x="5369632" y="6018438"/>
                  </a:moveTo>
                  <a:lnTo>
                    <a:pt x="5369632" y="4597417"/>
                  </a:lnTo>
                  <a:lnTo>
                    <a:pt x="7836760" y="4597417"/>
                  </a:lnTo>
                  <a:lnTo>
                    <a:pt x="7836760" y="6018438"/>
                  </a:lnTo>
                  <a:lnTo>
                    <a:pt x="5369632" y="6018438"/>
                  </a:lnTo>
                  <a:close/>
                  <a:moveTo>
                    <a:pt x="10449014" y="6018438"/>
                  </a:moveTo>
                  <a:lnTo>
                    <a:pt x="7981886" y="6018438"/>
                  </a:lnTo>
                  <a:lnTo>
                    <a:pt x="7981886" y="4597417"/>
                  </a:lnTo>
                  <a:lnTo>
                    <a:pt x="10449014" y="4597417"/>
                  </a:lnTo>
                  <a:lnTo>
                    <a:pt x="10449014" y="6018438"/>
                  </a:lnTo>
                  <a:close/>
                  <a:moveTo>
                    <a:pt x="10449014" y="4513828"/>
                  </a:moveTo>
                  <a:lnTo>
                    <a:pt x="7981886" y="4513828"/>
                  </a:lnTo>
                  <a:lnTo>
                    <a:pt x="7981886" y="3092808"/>
                  </a:lnTo>
                  <a:lnTo>
                    <a:pt x="10449014" y="3092808"/>
                  </a:lnTo>
                  <a:lnTo>
                    <a:pt x="10449014" y="4513828"/>
                  </a:lnTo>
                  <a:close/>
                  <a:moveTo>
                    <a:pt x="10449014" y="3009219"/>
                  </a:moveTo>
                  <a:lnTo>
                    <a:pt x="7981886" y="3009219"/>
                  </a:lnTo>
                  <a:lnTo>
                    <a:pt x="7981886" y="1588199"/>
                  </a:lnTo>
                  <a:lnTo>
                    <a:pt x="10449014" y="1588199"/>
                  </a:lnTo>
                  <a:lnTo>
                    <a:pt x="10449014" y="3009219"/>
                  </a:lnTo>
                  <a:close/>
                  <a:moveTo>
                    <a:pt x="10449014" y="1504609"/>
                  </a:moveTo>
                  <a:lnTo>
                    <a:pt x="7981886" y="1504609"/>
                  </a:lnTo>
                  <a:lnTo>
                    <a:pt x="7981886" y="83589"/>
                  </a:lnTo>
                  <a:lnTo>
                    <a:pt x="10449014" y="83589"/>
                  </a:lnTo>
                  <a:lnTo>
                    <a:pt x="10449014" y="1504609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715454" y="852310"/>
            <a:ext cx="10857092" cy="1883905"/>
            <a:chOff x="0" y="0"/>
            <a:chExt cx="2859481" cy="4961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9481" cy="496173"/>
            </a:xfrm>
            <a:custGeom>
              <a:avLst/>
              <a:gdLst/>
              <a:ahLst/>
              <a:cxnLst/>
              <a:rect r="r" b="b" t="t" l="l"/>
              <a:pathLst>
                <a:path h="496173" w="2859481">
                  <a:moveTo>
                    <a:pt x="35654" y="0"/>
                  </a:moveTo>
                  <a:lnTo>
                    <a:pt x="2823827" y="0"/>
                  </a:lnTo>
                  <a:cubicBezTo>
                    <a:pt x="2843518" y="0"/>
                    <a:pt x="2859481" y="15963"/>
                    <a:pt x="2859481" y="35654"/>
                  </a:cubicBezTo>
                  <a:lnTo>
                    <a:pt x="2859481" y="460519"/>
                  </a:lnTo>
                  <a:cubicBezTo>
                    <a:pt x="2859481" y="469975"/>
                    <a:pt x="2855725" y="479044"/>
                    <a:pt x="2849038" y="485730"/>
                  </a:cubicBezTo>
                  <a:cubicBezTo>
                    <a:pt x="2842352" y="492416"/>
                    <a:pt x="2833283" y="496173"/>
                    <a:pt x="2823827" y="496173"/>
                  </a:cubicBezTo>
                  <a:lnTo>
                    <a:pt x="35654" y="496173"/>
                  </a:lnTo>
                  <a:cubicBezTo>
                    <a:pt x="15963" y="496173"/>
                    <a:pt x="0" y="480210"/>
                    <a:pt x="0" y="460519"/>
                  </a:cubicBezTo>
                  <a:lnTo>
                    <a:pt x="0" y="35654"/>
                  </a:lnTo>
                  <a:cubicBezTo>
                    <a:pt x="0" y="26198"/>
                    <a:pt x="3756" y="17129"/>
                    <a:pt x="10443" y="10443"/>
                  </a:cubicBezTo>
                  <a:cubicBezTo>
                    <a:pt x="17129" y="3756"/>
                    <a:pt x="26198" y="0"/>
                    <a:pt x="35654" y="0"/>
                  </a:cubicBezTo>
                  <a:close/>
                </a:path>
              </a:pathLst>
            </a:custGeom>
            <a:solidFill>
              <a:srgbClr val="B5151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59481" cy="53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882535" y="1032498"/>
            <a:ext cx="10522931" cy="137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4"/>
              </a:lnSpc>
              <a:spcBef>
                <a:spcPct val="0"/>
              </a:spcBef>
            </a:pPr>
            <a:r>
              <a:rPr lang="en-US" b="true" sz="8053">
                <a:solidFill>
                  <a:srgbClr val="FFFFFF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질문의 종류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-419438" y="6737762"/>
            <a:ext cx="3523079" cy="2882519"/>
          </a:xfrm>
          <a:custGeom>
            <a:avLst/>
            <a:gdLst/>
            <a:ahLst/>
            <a:cxnLst/>
            <a:rect r="r" b="b" t="t" l="l"/>
            <a:pathLst>
              <a:path h="2882519" w="3523079">
                <a:moveTo>
                  <a:pt x="3523080" y="0"/>
                </a:moveTo>
                <a:lnTo>
                  <a:pt x="0" y="0"/>
                </a:lnTo>
                <a:lnTo>
                  <a:pt x="0" y="2882520"/>
                </a:lnTo>
                <a:lnTo>
                  <a:pt x="3523080" y="2882520"/>
                </a:lnTo>
                <a:lnTo>
                  <a:pt x="35230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26782" y="6737762"/>
            <a:ext cx="1781921" cy="2882519"/>
          </a:xfrm>
          <a:custGeom>
            <a:avLst/>
            <a:gdLst/>
            <a:ahLst/>
            <a:cxnLst/>
            <a:rect r="r" b="b" t="t" l="l"/>
            <a:pathLst>
              <a:path h="2882519" w="1781921">
                <a:moveTo>
                  <a:pt x="0" y="0"/>
                </a:moveTo>
                <a:lnTo>
                  <a:pt x="1781921" y="0"/>
                </a:lnTo>
                <a:lnTo>
                  <a:pt x="1781921" y="2882520"/>
                </a:lnTo>
                <a:lnTo>
                  <a:pt x="0" y="2882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49752" y="5995138"/>
            <a:ext cx="2313501" cy="3625144"/>
          </a:xfrm>
          <a:custGeom>
            <a:avLst/>
            <a:gdLst/>
            <a:ahLst/>
            <a:cxnLst/>
            <a:rect r="r" b="b" t="t" l="l"/>
            <a:pathLst>
              <a:path h="3625144" w="2313501">
                <a:moveTo>
                  <a:pt x="0" y="0"/>
                </a:moveTo>
                <a:lnTo>
                  <a:pt x="2313501" y="0"/>
                </a:lnTo>
                <a:lnTo>
                  <a:pt x="2313501" y="3625144"/>
                </a:lnTo>
                <a:lnTo>
                  <a:pt x="0" y="36251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04302" y="5273269"/>
            <a:ext cx="3074524" cy="4347013"/>
          </a:xfrm>
          <a:custGeom>
            <a:avLst/>
            <a:gdLst/>
            <a:ahLst/>
            <a:cxnLst/>
            <a:rect r="r" b="b" t="t" l="l"/>
            <a:pathLst>
              <a:path h="4347013" w="3074524">
                <a:moveTo>
                  <a:pt x="0" y="0"/>
                </a:moveTo>
                <a:lnTo>
                  <a:pt x="3074524" y="0"/>
                </a:lnTo>
                <a:lnTo>
                  <a:pt x="3074524" y="4347013"/>
                </a:lnTo>
                <a:lnTo>
                  <a:pt x="0" y="43470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886798" y="8740927"/>
            <a:ext cx="2313501" cy="879355"/>
          </a:xfrm>
          <a:custGeom>
            <a:avLst/>
            <a:gdLst/>
            <a:ahLst/>
            <a:cxnLst/>
            <a:rect r="r" b="b" t="t" l="l"/>
            <a:pathLst>
              <a:path h="879355" w="2313501">
                <a:moveTo>
                  <a:pt x="0" y="0"/>
                </a:moveTo>
                <a:lnTo>
                  <a:pt x="2313501" y="0"/>
                </a:lnTo>
                <a:lnTo>
                  <a:pt x="2313501" y="879355"/>
                </a:lnTo>
                <a:lnTo>
                  <a:pt x="0" y="8793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1225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11948" y="8740927"/>
            <a:ext cx="2313501" cy="879355"/>
          </a:xfrm>
          <a:custGeom>
            <a:avLst/>
            <a:gdLst/>
            <a:ahLst/>
            <a:cxnLst/>
            <a:rect r="r" b="b" t="t" l="l"/>
            <a:pathLst>
              <a:path h="879355" w="2313501">
                <a:moveTo>
                  <a:pt x="0" y="0"/>
                </a:moveTo>
                <a:lnTo>
                  <a:pt x="2313501" y="0"/>
                </a:lnTo>
                <a:lnTo>
                  <a:pt x="2313501" y="879355"/>
                </a:lnTo>
                <a:lnTo>
                  <a:pt x="0" y="8793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1225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19875" y="5589655"/>
            <a:ext cx="3297647" cy="3262519"/>
          </a:xfrm>
          <a:custGeom>
            <a:avLst/>
            <a:gdLst/>
            <a:ahLst/>
            <a:cxnLst/>
            <a:rect r="r" b="b" t="t" l="l"/>
            <a:pathLst>
              <a:path h="3262519" w="3297647">
                <a:moveTo>
                  <a:pt x="0" y="0"/>
                </a:moveTo>
                <a:lnTo>
                  <a:pt x="3297647" y="0"/>
                </a:lnTo>
                <a:lnTo>
                  <a:pt x="3297647" y="3262519"/>
                </a:lnTo>
                <a:lnTo>
                  <a:pt x="0" y="32625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25207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483971" y="4674743"/>
            <a:ext cx="3223467" cy="2063019"/>
          </a:xfrm>
          <a:custGeom>
            <a:avLst/>
            <a:gdLst/>
            <a:ahLst/>
            <a:cxnLst/>
            <a:rect r="r" b="b" t="t" l="l"/>
            <a:pathLst>
              <a:path h="2063019" w="3223467">
                <a:moveTo>
                  <a:pt x="0" y="0"/>
                </a:moveTo>
                <a:lnTo>
                  <a:pt x="3223467" y="0"/>
                </a:lnTo>
                <a:lnTo>
                  <a:pt x="3223467" y="2063019"/>
                </a:lnTo>
                <a:lnTo>
                  <a:pt x="0" y="20630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684950" y="8740927"/>
            <a:ext cx="922731" cy="1117846"/>
          </a:xfrm>
          <a:custGeom>
            <a:avLst/>
            <a:gdLst/>
            <a:ahLst/>
            <a:cxnLst/>
            <a:rect r="r" b="b" t="t" l="l"/>
            <a:pathLst>
              <a:path h="1117846" w="922731">
                <a:moveTo>
                  <a:pt x="0" y="0"/>
                </a:moveTo>
                <a:lnTo>
                  <a:pt x="922732" y="0"/>
                </a:lnTo>
                <a:lnTo>
                  <a:pt x="922732" y="1117846"/>
                </a:lnTo>
                <a:lnTo>
                  <a:pt x="0" y="11178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31120" y="3149127"/>
            <a:ext cx="14210742" cy="175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5"/>
              </a:lnSpc>
            </a:pPr>
            <a:r>
              <a:rPr lang="en-US" sz="3353" b="true">
                <a:solidFill>
                  <a:srgbClr val="593D1E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사실적 질문</a:t>
            </a:r>
            <a:r>
              <a:rPr lang="en-US" sz="3353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 : 답이 명확하고 고정된 질문, 단순한 지식이나 정보</a:t>
            </a:r>
          </a:p>
          <a:p>
            <a:pPr algn="ctr">
              <a:lnSpc>
                <a:spcPts val="4695"/>
              </a:lnSpc>
            </a:pPr>
            <a:r>
              <a:rPr lang="en-US" sz="3353" b="true">
                <a:solidFill>
                  <a:srgbClr val="593D1E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개념적 질문</a:t>
            </a:r>
            <a:r>
              <a:rPr lang="en-US" sz="3353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 : 학생들이 분석하고 적용하며 사고를 확장하도록 유도하는 질문</a:t>
            </a:r>
          </a:p>
          <a:p>
            <a:pPr algn="ctr">
              <a:lnSpc>
                <a:spcPts val="4695"/>
              </a:lnSpc>
              <a:spcBef>
                <a:spcPct val="0"/>
              </a:spcBef>
            </a:pPr>
            <a:r>
              <a:rPr lang="en-US" b="true" sz="3353">
                <a:solidFill>
                  <a:srgbClr val="593D1E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논쟁적 질문</a:t>
            </a:r>
            <a:r>
              <a:rPr lang="en-US" sz="3353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 : 사람마다 관점과 경험이 달라 다양한 의견이 나올 수 있는 질문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6238493">
            <a:off x="399149" y="2077964"/>
            <a:ext cx="2511210" cy="1913085"/>
          </a:xfrm>
          <a:custGeom>
            <a:avLst/>
            <a:gdLst/>
            <a:ahLst/>
            <a:cxnLst/>
            <a:rect r="r" b="b" t="t" l="l"/>
            <a:pathLst>
              <a:path h="1913085" w="2511210">
                <a:moveTo>
                  <a:pt x="0" y="0"/>
                </a:moveTo>
                <a:lnTo>
                  <a:pt x="2511210" y="0"/>
                </a:lnTo>
                <a:lnTo>
                  <a:pt x="2511210" y="1913085"/>
                </a:lnTo>
                <a:lnTo>
                  <a:pt x="0" y="191308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9071797">
            <a:off x="15753417" y="1892618"/>
            <a:ext cx="2214695" cy="1687195"/>
          </a:xfrm>
          <a:custGeom>
            <a:avLst/>
            <a:gdLst/>
            <a:ahLst/>
            <a:cxnLst/>
            <a:rect r="r" b="b" t="t" l="l"/>
            <a:pathLst>
              <a:path h="1687195" w="2214695">
                <a:moveTo>
                  <a:pt x="0" y="0"/>
                </a:moveTo>
                <a:lnTo>
                  <a:pt x="2214695" y="0"/>
                </a:lnTo>
                <a:lnTo>
                  <a:pt x="2214695" y="1687194"/>
                </a:lnTo>
                <a:lnTo>
                  <a:pt x="0" y="16871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2662" y="-240003"/>
            <a:ext cx="18693324" cy="1076700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3831" cy="7564841"/>
            </a:xfrm>
            <a:custGeom>
              <a:avLst/>
              <a:gdLst/>
              <a:ahLst/>
              <a:cxnLst/>
              <a:rect r="r" b="b" t="t" l="l"/>
              <a:pathLst>
                <a:path h="7564841" w="13133831">
                  <a:moveTo>
                    <a:pt x="13133831" y="83589"/>
                  </a:moveTo>
                  <a:lnTo>
                    <a:pt x="13133831" y="0"/>
                  </a:lnTo>
                  <a:lnTo>
                    <a:pt x="72563" y="0"/>
                  </a:lnTo>
                  <a:lnTo>
                    <a:pt x="72563" y="41795"/>
                  </a:lnTo>
                  <a:lnTo>
                    <a:pt x="0" y="41795"/>
                  </a:lnTo>
                  <a:lnTo>
                    <a:pt x="0" y="7564841"/>
                  </a:lnTo>
                  <a:lnTo>
                    <a:pt x="145125" y="7564841"/>
                  </a:lnTo>
                  <a:lnTo>
                    <a:pt x="145125" y="6102027"/>
                  </a:lnTo>
                  <a:lnTo>
                    <a:pt x="2612254" y="6102027"/>
                  </a:lnTo>
                  <a:lnTo>
                    <a:pt x="2612254" y="7564841"/>
                  </a:lnTo>
                  <a:lnTo>
                    <a:pt x="2757379" y="7564841"/>
                  </a:lnTo>
                  <a:lnTo>
                    <a:pt x="2757379" y="6102027"/>
                  </a:lnTo>
                  <a:lnTo>
                    <a:pt x="5224507" y="6102027"/>
                  </a:lnTo>
                  <a:lnTo>
                    <a:pt x="5224507" y="7564841"/>
                  </a:lnTo>
                  <a:lnTo>
                    <a:pt x="5369632" y="7564841"/>
                  </a:lnTo>
                  <a:lnTo>
                    <a:pt x="5369632" y="6102027"/>
                  </a:lnTo>
                  <a:lnTo>
                    <a:pt x="7836760" y="6102027"/>
                  </a:lnTo>
                  <a:lnTo>
                    <a:pt x="7836760" y="7564841"/>
                  </a:lnTo>
                  <a:lnTo>
                    <a:pt x="7981886" y="7564841"/>
                  </a:lnTo>
                  <a:lnTo>
                    <a:pt x="7981886" y="6102027"/>
                  </a:lnTo>
                  <a:lnTo>
                    <a:pt x="10449014" y="6102027"/>
                  </a:lnTo>
                  <a:lnTo>
                    <a:pt x="10449014" y="7564841"/>
                  </a:lnTo>
                  <a:lnTo>
                    <a:pt x="10594139" y="7564841"/>
                  </a:lnTo>
                  <a:lnTo>
                    <a:pt x="10594139" y="6102027"/>
                  </a:lnTo>
                  <a:lnTo>
                    <a:pt x="13133831" y="6102027"/>
                  </a:lnTo>
                  <a:lnTo>
                    <a:pt x="13133831" y="6018438"/>
                  </a:lnTo>
                  <a:lnTo>
                    <a:pt x="10594139" y="6018438"/>
                  </a:lnTo>
                  <a:lnTo>
                    <a:pt x="10594139" y="4597417"/>
                  </a:lnTo>
                  <a:lnTo>
                    <a:pt x="13133831" y="4597417"/>
                  </a:lnTo>
                  <a:lnTo>
                    <a:pt x="13133831" y="4513828"/>
                  </a:lnTo>
                  <a:lnTo>
                    <a:pt x="10594139" y="4513828"/>
                  </a:lnTo>
                  <a:lnTo>
                    <a:pt x="10594139" y="3092808"/>
                  </a:lnTo>
                  <a:lnTo>
                    <a:pt x="13133831" y="3092808"/>
                  </a:lnTo>
                  <a:lnTo>
                    <a:pt x="13133831" y="3009219"/>
                  </a:lnTo>
                  <a:lnTo>
                    <a:pt x="10594139" y="3009219"/>
                  </a:lnTo>
                  <a:lnTo>
                    <a:pt x="10594139" y="1588199"/>
                  </a:lnTo>
                  <a:lnTo>
                    <a:pt x="13133831" y="1588199"/>
                  </a:lnTo>
                  <a:lnTo>
                    <a:pt x="13133831" y="1504609"/>
                  </a:lnTo>
                  <a:lnTo>
                    <a:pt x="10594139" y="1504609"/>
                  </a:lnTo>
                  <a:lnTo>
                    <a:pt x="10594139" y="83589"/>
                  </a:lnTo>
                  <a:lnTo>
                    <a:pt x="13133831" y="83589"/>
                  </a:lnTo>
                  <a:close/>
                  <a:moveTo>
                    <a:pt x="2757379" y="1504609"/>
                  </a:moveTo>
                  <a:lnTo>
                    <a:pt x="2757379" y="83589"/>
                  </a:lnTo>
                  <a:lnTo>
                    <a:pt x="5224507" y="83589"/>
                  </a:lnTo>
                  <a:lnTo>
                    <a:pt x="5224507" y="1504609"/>
                  </a:lnTo>
                  <a:lnTo>
                    <a:pt x="2757379" y="1504609"/>
                  </a:lnTo>
                  <a:close/>
                  <a:moveTo>
                    <a:pt x="5224507" y="1588199"/>
                  </a:moveTo>
                  <a:lnTo>
                    <a:pt x="5224507" y="3009219"/>
                  </a:lnTo>
                  <a:lnTo>
                    <a:pt x="2757379" y="3009219"/>
                  </a:lnTo>
                  <a:lnTo>
                    <a:pt x="2757379" y="1588199"/>
                  </a:lnTo>
                  <a:lnTo>
                    <a:pt x="5224507" y="1588199"/>
                  </a:lnTo>
                  <a:close/>
                  <a:moveTo>
                    <a:pt x="2612254" y="1504609"/>
                  </a:moveTo>
                  <a:lnTo>
                    <a:pt x="145125" y="1504609"/>
                  </a:lnTo>
                  <a:lnTo>
                    <a:pt x="145125" y="83589"/>
                  </a:lnTo>
                  <a:lnTo>
                    <a:pt x="2612254" y="83589"/>
                  </a:lnTo>
                  <a:lnTo>
                    <a:pt x="2612254" y="1504609"/>
                  </a:lnTo>
                  <a:close/>
                  <a:moveTo>
                    <a:pt x="2612254" y="1588199"/>
                  </a:moveTo>
                  <a:lnTo>
                    <a:pt x="2612254" y="3009219"/>
                  </a:lnTo>
                  <a:lnTo>
                    <a:pt x="145125" y="3009219"/>
                  </a:lnTo>
                  <a:lnTo>
                    <a:pt x="145125" y="1588199"/>
                  </a:lnTo>
                  <a:lnTo>
                    <a:pt x="2612254" y="1588199"/>
                  </a:lnTo>
                  <a:close/>
                  <a:moveTo>
                    <a:pt x="2612254" y="3092808"/>
                  </a:moveTo>
                  <a:lnTo>
                    <a:pt x="2612254" y="4513828"/>
                  </a:lnTo>
                  <a:lnTo>
                    <a:pt x="145125" y="4513828"/>
                  </a:lnTo>
                  <a:lnTo>
                    <a:pt x="145125" y="3092808"/>
                  </a:lnTo>
                  <a:lnTo>
                    <a:pt x="2612254" y="3092808"/>
                  </a:lnTo>
                  <a:close/>
                  <a:moveTo>
                    <a:pt x="2757379" y="3092808"/>
                  </a:moveTo>
                  <a:lnTo>
                    <a:pt x="5224507" y="3092808"/>
                  </a:lnTo>
                  <a:lnTo>
                    <a:pt x="5224507" y="4513828"/>
                  </a:lnTo>
                  <a:lnTo>
                    <a:pt x="2757379" y="4513828"/>
                  </a:lnTo>
                  <a:lnTo>
                    <a:pt x="2757379" y="3092808"/>
                  </a:lnTo>
                  <a:close/>
                  <a:moveTo>
                    <a:pt x="5369632" y="3092808"/>
                  </a:moveTo>
                  <a:lnTo>
                    <a:pt x="7836760" y="3092808"/>
                  </a:lnTo>
                  <a:lnTo>
                    <a:pt x="7836760" y="4513828"/>
                  </a:lnTo>
                  <a:lnTo>
                    <a:pt x="5369632" y="4513828"/>
                  </a:lnTo>
                  <a:lnTo>
                    <a:pt x="5369632" y="3092808"/>
                  </a:lnTo>
                  <a:close/>
                  <a:moveTo>
                    <a:pt x="5369632" y="3009219"/>
                  </a:moveTo>
                  <a:lnTo>
                    <a:pt x="5369632" y="1588199"/>
                  </a:lnTo>
                  <a:lnTo>
                    <a:pt x="7836760" y="1588199"/>
                  </a:lnTo>
                  <a:lnTo>
                    <a:pt x="7836760" y="3009219"/>
                  </a:lnTo>
                  <a:lnTo>
                    <a:pt x="5369632" y="3009219"/>
                  </a:lnTo>
                  <a:close/>
                  <a:moveTo>
                    <a:pt x="5369632" y="1504609"/>
                  </a:moveTo>
                  <a:lnTo>
                    <a:pt x="5369632" y="83589"/>
                  </a:lnTo>
                  <a:lnTo>
                    <a:pt x="7836760" y="83589"/>
                  </a:lnTo>
                  <a:lnTo>
                    <a:pt x="7836760" y="1504609"/>
                  </a:lnTo>
                  <a:lnTo>
                    <a:pt x="5369632" y="1504609"/>
                  </a:lnTo>
                  <a:close/>
                  <a:moveTo>
                    <a:pt x="145125" y="6018438"/>
                  </a:moveTo>
                  <a:lnTo>
                    <a:pt x="145125" y="4597417"/>
                  </a:lnTo>
                  <a:lnTo>
                    <a:pt x="2612254" y="4597417"/>
                  </a:lnTo>
                  <a:lnTo>
                    <a:pt x="2612254" y="6018438"/>
                  </a:lnTo>
                  <a:lnTo>
                    <a:pt x="145125" y="6018438"/>
                  </a:lnTo>
                  <a:close/>
                  <a:moveTo>
                    <a:pt x="2757379" y="6018438"/>
                  </a:moveTo>
                  <a:lnTo>
                    <a:pt x="2757379" y="4597417"/>
                  </a:lnTo>
                  <a:lnTo>
                    <a:pt x="5224507" y="4597417"/>
                  </a:lnTo>
                  <a:lnTo>
                    <a:pt x="5224507" y="6018438"/>
                  </a:lnTo>
                  <a:lnTo>
                    <a:pt x="2757379" y="6018438"/>
                  </a:lnTo>
                  <a:close/>
                  <a:moveTo>
                    <a:pt x="5369632" y="6018438"/>
                  </a:moveTo>
                  <a:lnTo>
                    <a:pt x="5369632" y="4597417"/>
                  </a:lnTo>
                  <a:lnTo>
                    <a:pt x="7836760" y="4597417"/>
                  </a:lnTo>
                  <a:lnTo>
                    <a:pt x="7836760" y="6018438"/>
                  </a:lnTo>
                  <a:lnTo>
                    <a:pt x="5369632" y="6018438"/>
                  </a:lnTo>
                  <a:close/>
                  <a:moveTo>
                    <a:pt x="10449014" y="6018438"/>
                  </a:moveTo>
                  <a:lnTo>
                    <a:pt x="7981886" y="6018438"/>
                  </a:lnTo>
                  <a:lnTo>
                    <a:pt x="7981886" y="4597417"/>
                  </a:lnTo>
                  <a:lnTo>
                    <a:pt x="10449014" y="4597417"/>
                  </a:lnTo>
                  <a:lnTo>
                    <a:pt x="10449014" y="6018438"/>
                  </a:lnTo>
                  <a:close/>
                  <a:moveTo>
                    <a:pt x="10449014" y="4513828"/>
                  </a:moveTo>
                  <a:lnTo>
                    <a:pt x="7981886" y="4513828"/>
                  </a:lnTo>
                  <a:lnTo>
                    <a:pt x="7981886" y="3092808"/>
                  </a:lnTo>
                  <a:lnTo>
                    <a:pt x="10449014" y="3092808"/>
                  </a:lnTo>
                  <a:lnTo>
                    <a:pt x="10449014" y="4513828"/>
                  </a:lnTo>
                  <a:close/>
                  <a:moveTo>
                    <a:pt x="10449014" y="3009219"/>
                  </a:moveTo>
                  <a:lnTo>
                    <a:pt x="7981886" y="3009219"/>
                  </a:lnTo>
                  <a:lnTo>
                    <a:pt x="7981886" y="1588199"/>
                  </a:lnTo>
                  <a:lnTo>
                    <a:pt x="10449014" y="1588199"/>
                  </a:lnTo>
                  <a:lnTo>
                    <a:pt x="10449014" y="3009219"/>
                  </a:lnTo>
                  <a:close/>
                  <a:moveTo>
                    <a:pt x="10449014" y="1504609"/>
                  </a:moveTo>
                  <a:lnTo>
                    <a:pt x="7981886" y="1504609"/>
                  </a:lnTo>
                  <a:lnTo>
                    <a:pt x="7981886" y="83589"/>
                  </a:lnTo>
                  <a:lnTo>
                    <a:pt x="10449014" y="83589"/>
                  </a:lnTo>
                  <a:lnTo>
                    <a:pt x="10449014" y="1504609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6917709" cy="1883905"/>
            <a:chOff x="0" y="0"/>
            <a:chExt cx="1821948" cy="4961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948" cy="496173"/>
            </a:xfrm>
            <a:custGeom>
              <a:avLst/>
              <a:gdLst/>
              <a:ahLst/>
              <a:cxnLst/>
              <a:rect r="r" b="b" t="t" l="l"/>
              <a:pathLst>
                <a:path h="496173" w="1821948">
                  <a:moveTo>
                    <a:pt x="55957" y="0"/>
                  </a:moveTo>
                  <a:lnTo>
                    <a:pt x="1765991" y="0"/>
                  </a:lnTo>
                  <a:cubicBezTo>
                    <a:pt x="1780832" y="0"/>
                    <a:pt x="1795065" y="5895"/>
                    <a:pt x="1805559" y="16390"/>
                  </a:cubicBezTo>
                  <a:cubicBezTo>
                    <a:pt x="1816053" y="26884"/>
                    <a:pt x="1821948" y="41116"/>
                    <a:pt x="1821948" y="55957"/>
                  </a:cubicBezTo>
                  <a:lnTo>
                    <a:pt x="1821948" y="440215"/>
                  </a:lnTo>
                  <a:cubicBezTo>
                    <a:pt x="1821948" y="471120"/>
                    <a:pt x="1796895" y="496173"/>
                    <a:pt x="1765991" y="496173"/>
                  </a:cubicBezTo>
                  <a:lnTo>
                    <a:pt x="55957" y="496173"/>
                  </a:lnTo>
                  <a:cubicBezTo>
                    <a:pt x="25053" y="496173"/>
                    <a:pt x="0" y="471120"/>
                    <a:pt x="0" y="440215"/>
                  </a:cubicBezTo>
                  <a:lnTo>
                    <a:pt x="0" y="55957"/>
                  </a:lnTo>
                  <a:cubicBezTo>
                    <a:pt x="0" y="41116"/>
                    <a:pt x="5895" y="26884"/>
                    <a:pt x="16390" y="16390"/>
                  </a:cubicBezTo>
                  <a:cubicBezTo>
                    <a:pt x="26884" y="5895"/>
                    <a:pt x="41116" y="0"/>
                    <a:pt x="55957" y="0"/>
                  </a:cubicBezTo>
                  <a:close/>
                </a:path>
              </a:pathLst>
            </a:custGeom>
            <a:solidFill>
              <a:srgbClr val="B5151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21948" cy="53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35157" y="1208888"/>
            <a:ext cx="6704794" cy="137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4"/>
              </a:lnSpc>
              <a:spcBef>
                <a:spcPct val="0"/>
              </a:spcBef>
            </a:pPr>
            <a:r>
              <a:rPr lang="en-US" b="true" sz="8053">
                <a:solidFill>
                  <a:srgbClr val="FFFFFF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Stage One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3259945"/>
            <a:ext cx="6917709" cy="1340382"/>
            <a:chOff x="0" y="0"/>
            <a:chExt cx="2560745" cy="496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745" cy="496173"/>
            </a:xfrm>
            <a:custGeom>
              <a:avLst/>
              <a:gdLst/>
              <a:ahLst/>
              <a:cxnLst/>
              <a:rect r="r" b="b" t="t" l="l"/>
              <a:pathLst>
                <a:path h="496173" w="2560745">
                  <a:moveTo>
                    <a:pt x="33574" y="0"/>
                  </a:moveTo>
                  <a:lnTo>
                    <a:pt x="2527171" y="0"/>
                  </a:lnTo>
                  <a:cubicBezTo>
                    <a:pt x="2536075" y="0"/>
                    <a:pt x="2544615" y="3537"/>
                    <a:pt x="2550912" y="9834"/>
                  </a:cubicBezTo>
                  <a:cubicBezTo>
                    <a:pt x="2557208" y="16130"/>
                    <a:pt x="2560745" y="24670"/>
                    <a:pt x="2560745" y="33574"/>
                  </a:cubicBezTo>
                  <a:lnTo>
                    <a:pt x="2560745" y="462598"/>
                  </a:lnTo>
                  <a:cubicBezTo>
                    <a:pt x="2560745" y="481141"/>
                    <a:pt x="2545713" y="496173"/>
                    <a:pt x="2527171" y="496173"/>
                  </a:cubicBezTo>
                  <a:lnTo>
                    <a:pt x="33574" y="496173"/>
                  </a:lnTo>
                  <a:cubicBezTo>
                    <a:pt x="15032" y="496173"/>
                    <a:pt x="0" y="481141"/>
                    <a:pt x="0" y="462598"/>
                  </a:cubicBezTo>
                  <a:lnTo>
                    <a:pt x="0" y="33574"/>
                  </a:lnTo>
                  <a:cubicBezTo>
                    <a:pt x="0" y="24670"/>
                    <a:pt x="3537" y="16130"/>
                    <a:pt x="9834" y="9834"/>
                  </a:cubicBezTo>
                  <a:cubicBezTo>
                    <a:pt x="16130" y="3537"/>
                    <a:pt x="24670" y="0"/>
                    <a:pt x="33574" y="0"/>
                  </a:cubicBezTo>
                  <a:close/>
                </a:path>
              </a:pathLst>
            </a:custGeom>
            <a:solidFill>
              <a:srgbClr val="007E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60745" cy="534273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78322" y="3380722"/>
            <a:ext cx="6418466" cy="98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1"/>
              </a:lnSpc>
              <a:spcBef>
                <a:spcPct val="0"/>
              </a:spcBef>
            </a:pPr>
            <a:r>
              <a:rPr lang="en-US" sz="5729">
                <a:solidFill>
                  <a:srgbClr val="FFFFFF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사실적 질문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541700">
            <a:off x="12486245" y="1167275"/>
            <a:ext cx="11040325" cy="9032993"/>
          </a:xfrm>
          <a:custGeom>
            <a:avLst/>
            <a:gdLst/>
            <a:ahLst/>
            <a:cxnLst/>
            <a:rect r="r" b="b" t="t" l="l"/>
            <a:pathLst>
              <a:path h="9032993" w="11040325">
                <a:moveTo>
                  <a:pt x="0" y="0"/>
                </a:moveTo>
                <a:lnTo>
                  <a:pt x="11040326" y="0"/>
                </a:lnTo>
                <a:lnTo>
                  <a:pt x="11040326" y="9032993"/>
                </a:lnTo>
                <a:lnTo>
                  <a:pt x="0" y="9032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21087">
            <a:off x="9230332" y="616467"/>
            <a:ext cx="3174419" cy="4731519"/>
          </a:xfrm>
          <a:custGeom>
            <a:avLst/>
            <a:gdLst/>
            <a:ahLst/>
            <a:cxnLst/>
            <a:rect r="r" b="b" t="t" l="l"/>
            <a:pathLst>
              <a:path h="4731519" w="3174419">
                <a:moveTo>
                  <a:pt x="0" y="0"/>
                </a:moveTo>
                <a:lnTo>
                  <a:pt x="3174419" y="0"/>
                </a:lnTo>
                <a:lnTo>
                  <a:pt x="3174419" y="4731518"/>
                </a:lnTo>
                <a:lnTo>
                  <a:pt x="0" y="4731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247943">
            <a:off x="9030923" y="7072736"/>
            <a:ext cx="2812692" cy="58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다람다람다람쥐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-4125761">
            <a:off x="8700278" y="5046969"/>
            <a:ext cx="2391746" cy="1273605"/>
          </a:xfrm>
          <a:custGeom>
            <a:avLst/>
            <a:gdLst/>
            <a:ahLst/>
            <a:cxnLst/>
            <a:rect r="r" b="b" t="t" l="l"/>
            <a:pathLst>
              <a:path h="1273605" w="2391746">
                <a:moveTo>
                  <a:pt x="2391746" y="0"/>
                </a:moveTo>
                <a:lnTo>
                  <a:pt x="0" y="0"/>
                </a:lnTo>
                <a:lnTo>
                  <a:pt x="0" y="1273605"/>
                </a:lnTo>
                <a:lnTo>
                  <a:pt x="2391746" y="1273605"/>
                </a:lnTo>
                <a:lnTo>
                  <a:pt x="239174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602103">
            <a:off x="11242979" y="7008993"/>
            <a:ext cx="2511210" cy="1913085"/>
          </a:xfrm>
          <a:custGeom>
            <a:avLst/>
            <a:gdLst/>
            <a:ahLst/>
            <a:cxnLst/>
            <a:rect r="r" b="b" t="t" l="l"/>
            <a:pathLst>
              <a:path h="1913085" w="2511210">
                <a:moveTo>
                  <a:pt x="0" y="0"/>
                </a:moveTo>
                <a:lnTo>
                  <a:pt x="2511210" y="0"/>
                </a:lnTo>
                <a:lnTo>
                  <a:pt x="2511210" y="1913085"/>
                </a:lnTo>
                <a:lnTo>
                  <a:pt x="0" y="19130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4871466"/>
            <a:ext cx="6917709" cy="58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사실적 질문을 만들어 봅시다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495728"/>
            <a:ext cx="6917709" cy="176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다람쥐의 양식은 무엇인가요?</a:t>
            </a:r>
          </a:p>
          <a:p>
            <a:pPr algn="ctr">
              <a:lnSpc>
                <a:spcPts val="4700"/>
              </a:lnSpc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다람쥐는 언제 알밤을 줍고 있나요?</a:t>
            </a:r>
          </a:p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다람쥐가 주운 것은 무엇인가요?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116090" y="1348286"/>
            <a:ext cx="4742864" cy="7590427"/>
          </a:xfrm>
          <a:custGeom>
            <a:avLst/>
            <a:gdLst/>
            <a:ahLst/>
            <a:cxnLst/>
            <a:rect r="r" b="b" t="t" l="l"/>
            <a:pathLst>
              <a:path h="7590427" w="4742864">
                <a:moveTo>
                  <a:pt x="0" y="0"/>
                </a:moveTo>
                <a:lnTo>
                  <a:pt x="4742864" y="0"/>
                </a:lnTo>
                <a:lnTo>
                  <a:pt x="4742864" y="7590428"/>
                </a:lnTo>
                <a:lnTo>
                  <a:pt x="0" y="75904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492" r="0" b="-2492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268490" y="1500686"/>
            <a:ext cx="4742864" cy="7590427"/>
          </a:xfrm>
          <a:custGeom>
            <a:avLst/>
            <a:gdLst/>
            <a:ahLst/>
            <a:cxnLst/>
            <a:rect r="r" b="b" t="t" l="l"/>
            <a:pathLst>
              <a:path h="7590427" w="4742864">
                <a:moveTo>
                  <a:pt x="0" y="0"/>
                </a:moveTo>
                <a:lnTo>
                  <a:pt x="4742864" y="0"/>
                </a:lnTo>
                <a:lnTo>
                  <a:pt x="4742864" y="7590428"/>
                </a:lnTo>
                <a:lnTo>
                  <a:pt x="0" y="75904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492" r="0" b="-2492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2662" y="-240003"/>
            <a:ext cx="18693324" cy="1076700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3831" cy="7564841"/>
            </a:xfrm>
            <a:custGeom>
              <a:avLst/>
              <a:gdLst/>
              <a:ahLst/>
              <a:cxnLst/>
              <a:rect r="r" b="b" t="t" l="l"/>
              <a:pathLst>
                <a:path h="7564841" w="13133831">
                  <a:moveTo>
                    <a:pt x="13133831" y="83589"/>
                  </a:moveTo>
                  <a:lnTo>
                    <a:pt x="13133831" y="0"/>
                  </a:lnTo>
                  <a:lnTo>
                    <a:pt x="72563" y="0"/>
                  </a:lnTo>
                  <a:lnTo>
                    <a:pt x="72563" y="41795"/>
                  </a:lnTo>
                  <a:lnTo>
                    <a:pt x="0" y="41795"/>
                  </a:lnTo>
                  <a:lnTo>
                    <a:pt x="0" y="7564841"/>
                  </a:lnTo>
                  <a:lnTo>
                    <a:pt x="145125" y="7564841"/>
                  </a:lnTo>
                  <a:lnTo>
                    <a:pt x="145125" y="6102027"/>
                  </a:lnTo>
                  <a:lnTo>
                    <a:pt x="2612254" y="6102027"/>
                  </a:lnTo>
                  <a:lnTo>
                    <a:pt x="2612254" y="7564841"/>
                  </a:lnTo>
                  <a:lnTo>
                    <a:pt x="2757379" y="7564841"/>
                  </a:lnTo>
                  <a:lnTo>
                    <a:pt x="2757379" y="6102027"/>
                  </a:lnTo>
                  <a:lnTo>
                    <a:pt x="5224507" y="6102027"/>
                  </a:lnTo>
                  <a:lnTo>
                    <a:pt x="5224507" y="7564841"/>
                  </a:lnTo>
                  <a:lnTo>
                    <a:pt x="5369632" y="7564841"/>
                  </a:lnTo>
                  <a:lnTo>
                    <a:pt x="5369632" y="6102027"/>
                  </a:lnTo>
                  <a:lnTo>
                    <a:pt x="7836760" y="6102027"/>
                  </a:lnTo>
                  <a:lnTo>
                    <a:pt x="7836760" y="7564841"/>
                  </a:lnTo>
                  <a:lnTo>
                    <a:pt x="7981886" y="7564841"/>
                  </a:lnTo>
                  <a:lnTo>
                    <a:pt x="7981886" y="6102027"/>
                  </a:lnTo>
                  <a:lnTo>
                    <a:pt x="10449014" y="6102027"/>
                  </a:lnTo>
                  <a:lnTo>
                    <a:pt x="10449014" y="7564841"/>
                  </a:lnTo>
                  <a:lnTo>
                    <a:pt x="10594139" y="7564841"/>
                  </a:lnTo>
                  <a:lnTo>
                    <a:pt x="10594139" y="6102027"/>
                  </a:lnTo>
                  <a:lnTo>
                    <a:pt x="13133831" y="6102027"/>
                  </a:lnTo>
                  <a:lnTo>
                    <a:pt x="13133831" y="6018438"/>
                  </a:lnTo>
                  <a:lnTo>
                    <a:pt x="10594139" y="6018438"/>
                  </a:lnTo>
                  <a:lnTo>
                    <a:pt x="10594139" y="4597417"/>
                  </a:lnTo>
                  <a:lnTo>
                    <a:pt x="13133831" y="4597417"/>
                  </a:lnTo>
                  <a:lnTo>
                    <a:pt x="13133831" y="4513828"/>
                  </a:lnTo>
                  <a:lnTo>
                    <a:pt x="10594139" y="4513828"/>
                  </a:lnTo>
                  <a:lnTo>
                    <a:pt x="10594139" y="3092808"/>
                  </a:lnTo>
                  <a:lnTo>
                    <a:pt x="13133831" y="3092808"/>
                  </a:lnTo>
                  <a:lnTo>
                    <a:pt x="13133831" y="3009219"/>
                  </a:lnTo>
                  <a:lnTo>
                    <a:pt x="10594139" y="3009219"/>
                  </a:lnTo>
                  <a:lnTo>
                    <a:pt x="10594139" y="1588199"/>
                  </a:lnTo>
                  <a:lnTo>
                    <a:pt x="13133831" y="1588199"/>
                  </a:lnTo>
                  <a:lnTo>
                    <a:pt x="13133831" y="1504609"/>
                  </a:lnTo>
                  <a:lnTo>
                    <a:pt x="10594139" y="1504609"/>
                  </a:lnTo>
                  <a:lnTo>
                    <a:pt x="10594139" y="83589"/>
                  </a:lnTo>
                  <a:lnTo>
                    <a:pt x="13133831" y="83589"/>
                  </a:lnTo>
                  <a:close/>
                  <a:moveTo>
                    <a:pt x="2757379" y="1504609"/>
                  </a:moveTo>
                  <a:lnTo>
                    <a:pt x="2757379" y="83589"/>
                  </a:lnTo>
                  <a:lnTo>
                    <a:pt x="5224507" y="83589"/>
                  </a:lnTo>
                  <a:lnTo>
                    <a:pt x="5224507" y="1504609"/>
                  </a:lnTo>
                  <a:lnTo>
                    <a:pt x="2757379" y="1504609"/>
                  </a:lnTo>
                  <a:close/>
                  <a:moveTo>
                    <a:pt x="5224507" y="1588199"/>
                  </a:moveTo>
                  <a:lnTo>
                    <a:pt x="5224507" y="3009219"/>
                  </a:lnTo>
                  <a:lnTo>
                    <a:pt x="2757379" y="3009219"/>
                  </a:lnTo>
                  <a:lnTo>
                    <a:pt x="2757379" y="1588199"/>
                  </a:lnTo>
                  <a:lnTo>
                    <a:pt x="5224507" y="1588199"/>
                  </a:lnTo>
                  <a:close/>
                  <a:moveTo>
                    <a:pt x="2612254" y="1504609"/>
                  </a:moveTo>
                  <a:lnTo>
                    <a:pt x="145125" y="1504609"/>
                  </a:lnTo>
                  <a:lnTo>
                    <a:pt x="145125" y="83589"/>
                  </a:lnTo>
                  <a:lnTo>
                    <a:pt x="2612254" y="83589"/>
                  </a:lnTo>
                  <a:lnTo>
                    <a:pt x="2612254" y="1504609"/>
                  </a:lnTo>
                  <a:close/>
                  <a:moveTo>
                    <a:pt x="2612254" y="1588199"/>
                  </a:moveTo>
                  <a:lnTo>
                    <a:pt x="2612254" y="3009219"/>
                  </a:lnTo>
                  <a:lnTo>
                    <a:pt x="145125" y="3009219"/>
                  </a:lnTo>
                  <a:lnTo>
                    <a:pt x="145125" y="1588199"/>
                  </a:lnTo>
                  <a:lnTo>
                    <a:pt x="2612254" y="1588199"/>
                  </a:lnTo>
                  <a:close/>
                  <a:moveTo>
                    <a:pt x="2612254" y="3092808"/>
                  </a:moveTo>
                  <a:lnTo>
                    <a:pt x="2612254" y="4513828"/>
                  </a:lnTo>
                  <a:lnTo>
                    <a:pt x="145125" y="4513828"/>
                  </a:lnTo>
                  <a:lnTo>
                    <a:pt x="145125" y="3092808"/>
                  </a:lnTo>
                  <a:lnTo>
                    <a:pt x="2612254" y="3092808"/>
                  </a:lnTo>
                  <a:close/>
                  <a:moveTo>
                    <a:pt x="2757379" y="3092808"/>
                  </a:moveTo>
                  <a:lnTo>
                    <a:pt x="5224507" y="3092808"/>
                  </a:lnTo>
                  <a:lnTo>
                    <a:pt x="5224507" y="4513828"/>
                  </a:lnTo>
                  <a:lnTo>
                    <a:pt x="2757379" y="4513828"/>
                  </a:lnTo>
                  <a:lnTo>
                    <a:pt x="2757379" y="3092808"/>
                  </a:lnTo>
                  <a:close/>
                  <a:moveTo>
                    <a:pt x="5369632" y="3092808"/>
                  </a:moveTo>
                  <a:lnTo>
                    <a:pt x="7836760" y="3092808"/>
                  </a:lnTo>
                  <a:lnTo>
                    <a:pt x="7836760" y="4513828"/>
                  </a:lnTo>
                  <a:lnTo>
                    <a:pt x="5369632" y="4513828"/>
                  </a:lnTo>
                  <a:lnTo>
                    <a:pt x="5369632" y="3092808"/>
                  </a:lnTo>
                  <a:close/>
                  <a:moveTo>
                    <a:pt x="5369632" y="3009219"/>
                  </a:moveTo>
                  <a:lnTo>
                    <a:pt x="5369632" y="1588199"/>
                  </a:lnTo>
                  <a:lnTo>
                    <a:pt x="7836760" y="1588199"/>
                  </a:lnTo>
                  <a:lnTo>
                    <a:pt x="7836760" y="3009219"/>
                  </a:lnTo>
                  <a:lnTo>
                    <a:pt x="5369632" y="3009219"/>
                  </a:lnTo>
                  <a:close/>
                  <a:moveTo>
                    <a:pt x="5369632" y="1504609"/>
                  </a:moveTo>
                  <a:lnTo>
                    <a:pt x="5369632" y="83589"/>
                  </a:lnTo>
                  <a:lnTo>
                    <a:pt x="7836760" y="83589"/>
                  </a:lnTo>
                  <a:lnTo>
                    <a:pt x="7836760" y="1504609"/>
                  </a:lnTo>
                  <a:lnTo>
                    <a:pt x="5369632" y="1504609"/>
                  </a:lnTo>
                  <a:close/>
                  <a:moveTo>
                    <a:pt x="145125" y="6018438"/>
                  </a:moveTo>
                  <a:lnTo>
                    <a:pt x="145125" y="4597417"/>
                  </a:lnTo>
                  <a:lnTo>
                    <a:pt x="2612254" y="4597417"/>
                  </a:lnTo>
                  <a:lnTo>
                    <a:pt x="2612254" y="6018438"/>
                  </a:lnTo>
                  <a:lnTo>
                    <a:pt x="145125" y="6018438"/>
                  </a:lnTo>
                  <a:close/>
                  <a:moveTo>
                    <a:pt x="2757379" y="6018438"/>
                  </a:moveTo>
                  <a:lnTo>
                    <a:pt x="2757379" y="4597417"/>
                  </a:lnTo>
                  <a:lnTo>
                    <a:pt x="5224507" y="4597417"/>
                  </a:lnTo>
                  <a:lnTo>
                    <a:pt x="5224507" y="6018438"/>
                  </a:lnTo>
                  <a:lnTo>
                    <a:pt x="2757379" y="6018438"/>
                  </a:lnTo>
                  <a:close/>
                  <a:moveTo>
                    <a:pt x="5369632" y="6018438"/>
                  </a:moveTo>
                  <a:lnTo>
                    <a:pt x="5369632" y="4597417"/>
                  </a:lnTo>
                  <a:lnTo>
                    <a:pt x="7836760" y="4597417"/>
                  </a:lnTo>
                  <a:lnTo>
                    <a:pt x="7836760" y="6018438"/>
                  </a:lnTo>
                  <a:lnTo>
                    <a:pt x="5369632" y="6018438"/>
                  </a:lnTo>
                  <a:close/>
                  <a:moveTo>
                    <a:pt x="10449014" y="6018438"/>
                  </a:moveTo>
                  <a:lnTo>
                    <a:pt x="7981886" y="6018438"/>
                  </a:lnTo>
                  <a:lnTo>
                    <a:pt x="7981886" y="4597417"/>
                  </a:lnTo>
                  <a:lnTo>
                    <a:pt x="10449014" y="4597417"/>
                  </a:lnTo>
                  <a:lnTo>
                    <a:pt x="10449014" y="6018438"/>
                  </a:lnTo>
                  <a:close/>
                  <a:moveTo>
                    <a:pt x="10449014" y="4513828"/>
                  </a:moveTo>
                  <a:lnTo>
                    <a:pt x="7981886" y="4513828"/>
                  </a:lnTo>
                  <a:lnTo>
                    <a:pt x="7981886" y="3092808"/>
                  </a:lnTo>
                  <a:lnTo>
                    <a:pt x="10449014" y="3092808"/>
                  </a:lnTo>
                  <a:lnTo>
                    <a:pt x="10449014" y="4513828"/>
                  </a:lnTo>
                  <a:close/>
                  <a:moveTo>
                    <a:pt x="10449014" y="3009219"/>
                  </a:moveTo>
                  <a:lnTo>
                    <a:pt x="7981886" y="3009219"/>
                  </a:lnTo>
                  <a:lnTo>
                    <a:pt x="7981886" y="1588199"/>
                  </a:lnTo>
                  <a:lnTo>
                    <a:pt x="10449014" y="1588199"/>
                  </a:lnTo>
                  <a:lnTo>
                    <a:pt x="10449014" y="3009219"/>
                  </a:lnTo>
                  <a:close/>
                  <a:moveTo>
                    <a:pt x="10449014" y="1504609"/>
                  </a:moveTo>
                  <a:lnTo>
                    <a:pt x="7981886" y="1504609"/>
                  </a:lnTo>
                  <a:lnTo>
                    <a:pt x="7981886" y="83589"/>
                  </a:lnTo>
                  <a:lnTo>
                    <a:pt x="10449014" y="83589"/>
                  </a:lnTo>
                  <a:lnTo>
                    <a:pt x="10449014" y="1504609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341591" y="1028700"/>
            <a:ext cx="6917709" cy="1883905"/>
            <a:chOff x="0" y="0"/>
            <a:chExt cx="1821948" cy="4961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948" cy="496173"/>
            </a:xfrm>
            <a:custGeom>
              <a:avLst/>
              <a:gdLst/>
              <a:ahLst/>
              <a:cxnLst/>
              <a:rect r="r" b="b" t="t" l="l"/>
              <a:pathLst>
                <a:path h="496173" w="1821948">
                  <a:moveTo>
                    <a:pt x="55957" y="0"/>
                  </a:moveTo>
                  <a:lnTo>
                    <a:pt x="1765991" y="0"/>
                  </a:lnTo>
                  <a:cubicBezTo>
                    <a:pt x="1780832" y="0"/>
                    <a:pt x="1795065" y="5895"/>
                    <a:pt x="1805559" y="16390"/>
                  </a:cubicBezTo>
                  <a:cubicBezTo>
                    <a:pt x="1816053" y="26884"/>
                    <a:pt x="1821948" y="41116"/>
                    <a:pt x="1821948" y="55957"/>
                  </a:cubicBezTo>
                  <a:lnTo>
                    <a:pt x="1821948" y="440215"/>
                  </a:lnTo>
                  <a:cubicBezTo>
                    <a:pt x="1821948" y="471120"/>
                    <a:pt x="1796895" y="496173"/>
                    <a:pt x="1765991" y="496173"/>
                  </a:cubicBezTo>
                  <a:lnTo>
                    <a:pt x="55957" y="496173"/>
                  </a:lnTo>
                  <a:cubicBezTo>
                    <a:pt x="25053" y="496173"/>
                    <a:pt x="0" y="471120"/>
                    <a:pt x="0" y="440215"/>
                  </a:cubicBezTo>
                  <a:lnTo>
                    <a:pt x="0" y="55957"/>
                  </a:lnTo>
                  <a:cubicBezTo>
                    <a:pt x="0" y="41116"/>
                    <a:pt x="5895" y="26884"/>
                    <a:pt x="16390" y="16390"/>
                  </a:cubicBezTo>
                  <a:cubicBezTo>
                    <a:pt x="26884" y="5895"/>
                    <a:pt x="41116" y="0"/>
                    <a:pt x="55957" y="0"/>
                  </a:cubicBezTo>
                  <a:close/>
                </a:path>
              </a:pathLst>
            </a:custGeom>
            <a:solidFill>
              <a:srgbClr val="B5151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21948" cy="53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448048" y="1208888"/>
            <a:ext cx="6704794" cy="137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4"/>
              </a:lnSpc>
              <a:spcBef>
                <a:spcPct val="0"/>
              </a:spcBef>
            </a:pPr>
            <a:r>
              <a:rPr lang="en-US" b="true" sz="8053">
                <a:solidFill>
                  <a:srgbClr val="FFFFFF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Stage Two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341591" y="3259945"/>
            <a:ext cx="6917709" cy="1340382"/>
            <a:chOff x="0" y="0"/>
            <a:chExt cx="2560745" cy="496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745" cy="496173"/>
            </a:xfrm>
            <a:custGeom>
              <a:avLst/>
              <a:gdLst/>
              <a:ahLst/>
              <a:cxnLst/>
              <a:rect r="r" b="b" t="t" l="l"/>
              <a:pathLst>
                <a:path h="496173" w="2560745">
                  <a:moveTo>
                    <a:pt x="33574" y="0"/>
                  </a:moveTo>
                  <a:lnTo>
                    <a:pt x="2527171" y="0"/>
                  </a:lnTo>
                  <a:cubicBezTo>
                    <a:pt x="2536075" y="0"/>
                    <a:pt x="2544615" y="3537"/>
                    <a:pt x="2550912" y="9834"/>
                  </a:cubicBezTo>
                  <a:cubicBezTo>
                    <a:pt x="2557208" y="16130"/>
                    <a:pt x="2560745" y="24670"/>
                    <a:pt x="2560745" y="33574"/>
                  </a:cubicBezTo>
                  <a:lnTo>
                    <a:pt x="2560745" y="462598"/>
                  </a:lnTo>
                  <a:cubicBezTo>
                    <a:pt x="2560745" y="481141"/>
                    <a:pt x="2545713" y="496173"/>
                    <a:pt x="2527171" y="496173"/>
                  </a:cubicBezTo>
                  <a:lnTo>
                    <a:pt x="33574" y="496173"/>
                  </a:lnTo>
                  <a:cubicBezTo>
                    <a:pt x="15032" y="496173"/>
                    <a:pt x="0" y="481141"/>
                    <a:pt x="0" y="462598"/>
                  </a:cubicBezTo>
                  <a:lnTo>
                    <a:pt x="0" y="33574"/>
                  </a:lnTo>
                  <a:cubicBezTo>
                    <a:pt x="0" y="24670"/>
                    <a:pt x="3537" y="16130"/>
                    <a:pt x="9834" y="9834"/>
                  </a:cubicBezTo>
                  <a:cubicBezTo>
                    <a:pt x="16130" y="3537"/>
                    <a:pt x="24670" y="0"/>
                    <a:pt x="33574" y="0"/>
                  </a:cubicBezTo>
                  <a:close/>
                </a:path>
              </a:pathLst>
            </a:custGeom>
            <a:solidFill>
              <a:srgbClr val="007E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60745" cy="534273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591213" y="3380722"/>
            <a:ext cx="6418466" cy="98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1"/>
              </a:lnSpc>
              <a:spcBef>
                <a:spcPct val="0"/>
              </a:spcBef>
            </a:pPr>
            <a:r>
              <a:rPr lang="en-US" sz="5729">
                <a:solidFill>
                  <a:srgbClr val="FFFFFF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개념 질문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1058831" y="5495577"/>
            <a:ext cx="4615509" cy="5591475"/>
          </a:xfrm>
          <a:custGeom>
            <a:avLst/>
            <a:gdLst/>
            <a:ahLst/>
            <a:cxnLst/>
            <a:rect r="r" b="b" t="t" l="l"/>
            <a:pathLst>
              <a:path h="5591475" w="4615509">
                <a:moveTo>
                  <a:pt x="0" y="0"/>
                </a:moveTo>
                <a:lnTo>
                  <a:pt x="4615509" y="0"/>
                </a:lnTo>
                <a:lnTo>
                  <a:pt x="4615509" y="5591475"/>
                </a:lnTo>
                <a:lnTo>
                  <a:pt x="0" y="559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989064" y="1353311"/>
            <a:ext cx="5509338" cy="7014204"/>
          </a:xfrm>
          <a:custGeom>
            <a:avLst/>
            <a:gdLst/>
            <a:ahLst/>
            <a:cxnLst/>
            <a:rect r="r" b="b" t="t" l="l"/>
            <a:pathLst>
              <a:path h="7014204" w="5509338">
                <a:moveTo>
                  <a:pt x="0" y="0"/>
                </a:moveTo>
                <a:lnTo>
                  <a:pt x="5509338" y="0"/>
                </a:lnTo>
                <a:lnTo>
                  <a:pt x="5509338" y="7014204"/>
                </a:lnTo>
                <a:lnTo>
                  <a:pt x="0" y="7014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2091385" y="-1887748"/>
            <a:ext cx="5232724" cy="5147692"/>
          </a:xfrm>
          <a:custGeom>
            <a:avLst/>
            <a:gdLst/>
            <a:ahLst/>
            <a:cxnLst/>
            <a:rect r="r" b="b" t="t" l="l"/>
            <a:pathLst>
              <a:path h="5147692" w="5232724">
                <a:moveTo>
                  <a:pt x="0" y="0"/>
                </a:moveTo>
                <a:lnTo>
                  <a:pt x="5232724" y="0"/>
                </a:lnTo>
                <a:lnTo>
                  <a:pt x="5232724" y="5147693"/>
                </a:lnTo>
                <a:lnTo>
                  <a:pt x="0" y="51476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341591" y="4871466"/>
            <a:ext cx="6917709" cy="117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학생들이 분석하고 적용하며 사고를 확장하도록 유도하는 질문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1602103">
            <a:off x="1952409" y="8301757"/>
            <a:ext cx="2511210" cy="1913085"/>
          </a:xfrm>
          <a:custGeom>
            <a:avLst/>
            <a:gdLst/>
            <a:ahLst/>
            <a:cxnLst/>
            <a:rect r="r" b="b" t="t" l="l"/>
            <a:pathLst>
              <a:path h="1913085" w="2511210">
                <a:moveTo>
                  <a:pt x="0" y="0"/>
                </a:moveTo>
                <a:lnTo>
                  <a:pt x="2511210" y="0"/>
                </a:lnTo>
                <a:lnTo>
                  <a:pt x="2511210" y="1913086"/>
                </a:lnTo>
                <a:lnTo>
                  <a:pt x="0" y="19130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-744061">
            <a:off x="4478813" y="8930353"/>
            <a:ext cx="2812692" cy="58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root system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-2461714">
            <a:off x="6509892" y="6910527"/>
            <a:ext cx="2214695" cy="1687195"/>
          </a:xfrm>
          <a:custGeom>
            <a:avLst/>
            <a:gdLst/>
            <a:ahLst/>
            <a:cxnLst/>
            <a:rect r="r" b="b" t="t" l="l"/>
            <a:pathLst>
              <a:path h="1687195" w="2214695">
                <a:moveTo>
                  <a:pt x="2214694" y="0"/>
                </a:moveTo>
                <a:lnTo>
                  <a:pt x="0" y="0"/>
                </a:lnTo>
                <a:lnTo>
                  <a:pt x="0" y="1687195"/>
                </a:lnTo>
                <a:lnTo>
                  <a:pt x="2214694" y="1687195"/>
                </a:lnTo>
                <a:lnTo>
                  <a:pt x="221469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380187">
            <a:off x="3042055" y="2239842"/>
            <a:ext cx="2391746" cy="1273605"/>
          </a:xfrm>
          <a:custGeom>
            <a:avLst/>
            <a:gdLst/>
            <a:ahLst/>
            <a:cxnLst/>
            <a:rect r="r" b="b" t="t" l="l"/>
            <a:pathLst>
              <a:path h="1273605" w="2391746">
                <a:moveTo>
                  <a:pt x="0" y="0"/>
                </a:moveTo>
                <a:lnTo>
                  <a:pt x="2391746" y="0"/>
                </a:lnTo>
                <a:lnTo>
                  <a:pt x="2391746" y="1273605"/>
                </a:lnTo>
                <a:lnTo>
                  <a:pt x="0" y="12736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802768">
            <a:off x="1935371" y="3961404"/>
            <a:ext cx="2812692" cy="58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first leaves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906265" y="373743"/>
            <a:ext cx="5960748" cy="9539515"/>
          </a:xfrm>
          <a:custGeom>
            <a:avLst/>
            <a:gdLst/>
            <a:ahLst/>
            <a:cxnLst/>
            <a:rect r="r" b="b" t="t" l="l"/>
            <a:pathLst>
              <a:path h="9539515" w="5960748">
                <a:moveTo>
                  <a:pt x="0" y="0"/>
                </a:moveTo>
                <a:lnTo>
                  <a:pt x="5960748" y="0"/>
                </a:lnTo>
                <a:lnTo>
                  <a:pt x="5960748" y="9539514"/>
                </a:lnTo>
                <a:lnTo>
                  <a:pt x="0" y="95395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492" r="0" b="-2492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448048" y="6310188"/>
            <a:ext cx="6917709" cy="2353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다람쥐는 왜 조약돌과 솔방울을 </a:t>
            </a:r>
          </a:p>
          <a:p>
            <a:pPr algn="ctr">
              <a:lnSpc>
                <a:spcPts val="4700"/>
              </a:lnSpc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알밤인가 착각했나요?</a:t>
            </a:r>
          </a:p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다람쥐가 주운 조약돌과 솔방울은 어떤 모양이었을까요?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058665" y="526143"/>
            <a:ext cx="5960748" cy="9539515"/>
          </a:xfrm>
          <a:custGeom>
            <a:avLst/>
            <a:gdLst/>
            <a:ahLst/>
            <a:cxnLst/>
            <a:rect r="r" b="b" t="t" l="l"/>
            <a:pathLst>
              <a:path h="9539515" w="5960748">
                <a:moveTo>
                  <a:pt x="0" y="0"/>
                </a:moveTo>
                <a:lnTo>
                  <a:pt x="5960748" y="0"/>
                </a:lnTo>
                <a:lnTo>
                  <a:pt x="5960748" y="9539514"/>
                </a:lnTo>
                <a:lnTo>
                  <a:pt x="0" y="95395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492" r="0" b="-2492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2662" y="-240003"/>
            <a:ext cx="18693324" cy="1076700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3831" cy="7564841"/>
            </a:xfrm>
            <a:custGeom>
              <a:avLst/>
              <a:gdLst/>
              <a:ahLst/>
              <a:cxnLst/>
              <a:rect r="r" b="b" t="t" l="l"/>
              <a:pathLst>
                <a:path h="7564841" w="13133831">
                  <a:moveTo>
                    <a:pt x="13133831" y="83589"/>
                  </a:moveTo>
                  <a:lnTo>
                    <a:pt x="13133831" y="0"/>
                  </a:lnTo>
                  <a:lnTo>
                    <a:pt x="72563" y="0"/>
                  </a:lnTo>
                  <a:lnTo>
                    <a:pt x="72563" y="41795"/>
                  </a:lnTo>
                  <a:lnTo>
                    <a:pt x="0" y="41795"/>
                  </a:lnTo>
                  <a:lnTo>
                    <a:pt x="0" y="7564841"/>
                  </a:lnTo>
                  <a:lnTo>
                    <a:pt x="145125" y="7564841"/>
                  </a:lnTo>
                  <a:lnTo>
                    <a:pt x="145125" y="6102027"/>
                  </a:lnTo>
                  <a:lnTo>
                    <a:pt x="2612254" y="6102027"/>
                  </a:lnTo>
                  <a:lnTo>
                    <a:pt x="2612254" y="7564841"/>
                  </a:lnTo>
                  <a:lnTo>
                    <a:pt x="2757379" y="7564841"/>
                  </a:lnTo>
                  <a:lnTo>
                    <a:pt x="2757379" y="6102027"/>
                  </a:lnTo>
                  <a:lnTo>
                    <a:pt x="5224507" y="6102027"/>
                  </a:lnTo>
                  <a:lnTo>
                    <a:pt x="5224507" y="7564841"/>
                  </a:lnTo>
                  <a:lnTo>
                    <a:pt x="5369632" y="7564841"/>
                  </a:lnTo>
                  <a:lnTo>
                    <a:pt x="5369632" y="6102027"/>
                  </a:lnTo>
                  <a:lnTo>
                    <a:pt x="7836760" y="6102027"/>
                  </a:lnTo>
                  <a:lnTo>
                    <a:pt x="7836760" y="7564841"/>
                  </a:lnTo>
                  <a:lnTo>
                    <a:pt x="7981886" y="7564841"/>
                  </a:lnTo>
                  <a:lnTo>
                    <a:pt x="7981886" y="6102027"/>
                  </a:lnTo>
                  <a:lnTo>
                    <a:pt x="10449014" y="6102027"/>
                  </a:lnTo>
                  <a:lnTo>
                    <a:pt x="10449014" y="7564841"/>
                  </a:lnTo>
                  <a:lnTo>
                    <a:pt x="10594139" y="7564841"/>
                  </a:lnTo>
                  <a:lnTo>
                    <a:pt x="10594139" y="6102027"/>
                  </a:lnTo>
                  <a:lnTo>
                    <a:pt x="13133831" y="6102027"/>
                  </a:lnTo>
                  <a:lnTo>
                    <a:pt x="13133831" y="6018438"/>
                  </a:lnTo>
                  <a:lnTo>
                    <a:pt x="10594139" y="6018438"/>
                  </a:lnTo>
                  <a:lnTo>
                    <a:pt x="10594139" y="4597417"/>
                  </a:lnTo>
                  <a:lnTo>
                    <a:pt x="13133831" y="4597417"/>
                  </a:lnTo>
                  <a:lnTo>
                    <a:pt x="13133831" y="4513828"/>
                  </a:lnTo>
                  <a:lnTo>
                    <a:pt x="10594139" y="4513828"/>
                  </a:lnTo>
                  <a:lnTo>
                    <a:pt x="10594139" y="3092808"/>
                  </a:lnTo>
                  <a:lnTo>
                    <a:pt x="13133831" y="3092808"/>
                  </a:lnTo>
                  <a:lnTo>
                    <a:pt x="13133831" y="3009219"/>
                  </a:lnTo>
                  <a:lnTo>
                    <a:pt x="10594139" y="3009219"/>
                  </a:lnTo>
                  <a:lnTo>
                    <a:pt x="10594139" y="1588199"/>
                  </a:lnTo>
                  <a:lnTo>
                    <a:pt x="13133831" y="1588199"/>
                  </a:lnTo>
                  <a:lnTo>
                    <a:pt x="13133831" y="1504609"/>
                  </a:lnTo>
                  <a:lnTo>
                    <a:pt x="10594139" y="1504609"/>
                  </a:lnTo>
                  <a:lnTo>
                    <a:pt x="10594139" y="83589"/>
                  </a:lnTo>
                  <a:lnTo>
                    <a:pt x="13133831" y="83589"/>
                  </a:lnTo>
                  <a:close/>
                  <a:moveTo>
                    <a:pt x="2757379" y="1504609"/>
                  </a:moveTo>
                  <a:lnTo>
                    <a:pt x="2757379" y="83589"/>
                  </a:lnTo>
                  <a:lnTo>
                    <a:pt x="5224507" y="83589"/>
                  </a:lnTo>
                  <a:lnTo>
                    <a:pt x="5224507" y="1504609"/>
                  </a:lnTo>
                  <a:lnTo>
                    <a:pt x="2757379" y="1504609"/>
                  </a:lnTo>
                  <a:close/>
                  <a:moveTo>
                    <a:pt x="5224507" y="1588199"/>
                  </a:moveTo>
                  <a:lnTo>
                    <a:pt x="5224507" y="3009219"/>
                  </a:lnTo>
                  <a:lnTo>
                    <a:pt x="2757379" y="3009219"/>
                  </a:lnTo>
                  <a:lnTo>
                    <a:pt x="2757379" y="1588199"/>
                  </a:lnTo>
                  <a:lnTo>
                    <a:pt x="5224507" y="1588199"/>
                  </a:lnTo>
                  <a:close/>
                  <a:moveTo>
                    <a:pt x="2612254" y="1504609"/>
                  </a:moveTo>
                  <a:lnTo>
                    <a:pt x="145125" y="1504609"/>
                  </a:lnTo>
                  <a:lnTo>
                    <a:pt x="145125" y="83589"/>
                  </a:lnTo>
                  <a:lnTo>
                    <a:pt x="2612254" y="83589"/>
                  </a:lnTo>
                  <a:lnTo>
                    <a:pt x="2612254" y="1504609"/>
                  </a:lnTo>
                  <a:close/>
                  <a:moveTo>
                    <a:pt x="2612254" y="1588199"/>
                  </a:moveTo>
                  <a:lnTo>
                    <a:pt x="2612254" y="3009219"/>
                  </a:lnTo>
                  <a:lnTo>
                    <a:pt x="145125" y="3009219"/>
                  </a:lnTo>
                  <a:lnTo>
                    <a:pt x="145125" y="1588199"/>
                  </a:lnTo>
                  <a:lnTo>
                    <a:pt x="2612254" y="1588199"/>
                  </a:lnTo>
                  <a:close/>
                  <a:moveTo>
                    <a:pt x="2612254" y="3092808"/>
                  </a:moveTo>
                  <a:lnTo>
                    <a:pt x="2612254" y="4513828"/>
                  </a:lnTo>
                  <a:lnTo>
                    <a:pt x="145125" y="4513828"/>
                  </a:lnTo>
                  <a:lnTo>
                    <a:pt x="145125" y="3092808"/>
                  </a:lnTo>
                  <a:lnTo>
                    <a:pt x="2612254" y="3092808"/>
                  </a:lnTo>
                  <a:close/>
                  <a:moveTo>
                    <a:pt x="2757379" y="3092808"/>
                  </a:moveTo>
                  <a:lnTo>
                    <a:pt x="5224507" y="3092808"/>
                  </a:lnTo>
                  <a:lnTo>
                    <a:pt x="5224507" y="4513828"/>
                  </a:lnTo>
                  <a:lnTo>
                    <a:pt x="2757379" y="4513828"/>
                  </a:lnTo>
                  <a:lnTo>
                    <a:pt x="2757379" y="3092808"/>
                  </a:lnTo>
                  <a:close/>
                  <a:moveTo>
                    <a:pt x="5369632" y="3092808"/>
                  </a:moveTo>
                  <a:lnTo>
                    <a:pt x="7836760" y="3092808"/>
                  </a:lnTo>
                  <a:lnTo>
                    <a:pt x="7836760" y="4513828"/>
                  </a:lnTo>
                  <a:lnTo>
                    <a:pt x="5369632" y="4513828"/>
                  </a:lnTo>
                  <a:lnTo>
                    <a:pt x="5369632" y="3092808"/>
                  </a:lnTo>
                  <a:close/>
                  <a:moveTo>
                    <a:pt x="5369632" y="3009219"/>
                  </a:moveTo>
                  <a:lnTo>
                    <a:pt x="5369632" y="1588199"/>
                  </a:lnTo>
                  <a:lnTo>
                    <a:pt x="7836760" y="1588199"/>
                  </a:lnTo>
                  <a:lnTo>
                    <a:pt x="7836760" y="3009219"/>
                  </a:lnTo>
                  <a:lnTo>
                    <a:pt x="5369632" y="3009219"/>
                  </a:lnTo>
                  <a:close/>
                  <a:moveTo>
                    <a:pt x="5369632" y="1504609"/>
                  </a:moveTo>
                  <a:lnTo>
                    <a:pt x="5369632" y="83589"/>
                  </a:lnTo>
                  <a:lnTo>
                    <a:pt x="7836760" y="83589"/>
                  </a:lnTo>
                  <a:lnTo>
                    <a:pt x="7836760" y="1504609"/>
                  </a:lnTo>
                  <a:lnTo>
                    <a:pt x="5369632" y="1504609"/>
                  </a:lnTo>
                  <a:close/>
                  <a:moveTo>
                    <a:pt x="145125" y="6018438"/>
                  </a:moveTo>
                  <a:lnTo>
                    <a:pt x="145125" y="4597417"/>
                  </a:lnTo>
                  <a:lnTo>
                    <a:pt x="2612254" y="4597417"/>
                  </a:lnTo>
                  <a:lnTo>
                    <a:pt x="2612254" y="6018438"/>
                  </a:lnTo>
                  <a:lnTo>
                    <a:pt x="145125" y="6018438"/>
                  </a:lnTo>
                  <a:close/>
                  <a:moveTo>
                    <a:pt x="2757379" y="6018438"/>
                  </a:moveTo>
                  <a:lnTo>
                    <a:pt x="2757379" y="4597417"/>
                  </a:lnTo>
                  <a:lnTo>
                    <a:pt x="5224507" y="4597417"/>
                  </a:lnTo>
                  <a:lnTo>
                    <a:pt x="5224507" y="6018438"/>
                  </a:lnTo>
                  <a:lnTo>
                    <a:pt x="2757379" y="6018438"/>
                  </a:lnTo>
                  <a:close/>
                  <a:moveTo>
                    <a:pt x="5369632" y="6018438"/>
                  </a:moveTo>
                  <a:lnTo>
                    <a:pt x="5369632" y="4597417"/>
                  </a:lnTo>
                  <a:lnTo>
                    <a:pt x="7836760" y="4597417"/>
                  </a:lnTo>
                  <a:lnTo>
                    <a:pt x="7836760" y="6018438"/>
                  </a:lnTo>
                  <a:lnTo>
                    <a:pt x="5369632" y="6018438"/>
                  </a:lnTo>
                  <a:close/>
                  <a:moveTo>
                    <a:pt x="10449014" y="6018438"/>
                  </a:moveTo>
                  <a:lnTo>
                    <a:pt x="7981886" y="6018438"/>
                  </a:lnTo>
                  <a:lnTo>
                    <a:pt x="7981886" y="4597417"/>
                  </a:lnTo>
                  <a:lnTo>
                    <a:pt x="10449014" y="4597417"/>
                  </a:lnTo>
                  <a:lnTo>
                    <a:pt x="10449014" y="6018438"/>
                  </a:lnTo>
                  <a:close/>
                  <a:moveTo>
                    <a:pt x="10449014" y="4513828"/>
                  </a:moveTo>
                  <a:lnTo>
                    <a:pt x="7981886" y="4513828"/>
                  </a:lnTo>
                  <a:lnTo>
                    <a:pt x="7981886" y="3092808"/>
                  </a:lnTo>
                  <a:lnTo>
                    <a:pt x="10449014" y="3092808"/>
                  </a:lnTo>
                  <a:lnTo>
                    <a:pt x="10449014" y="4513828"/>
                  </a:lnTo>
                  <a:close/>
                  <a:moveTo>
                    <a:pt x="10449014" y="3009219"/>
                  </a:moveTo>
                  <a:lnTo>
                    <a:pt x="7981886" y="3009219"/>
                  </a:lnTo>
                  <a:lnTo>
                    <a:pt x="7981886" y="1588199"/>
                  </a:lnTo>
                  <a:lnTo>
                    <a:pt x="10449014" y="1588199"/>
                  </a:lnTo>
                  <a:lnTo>
                    <a:pt x="10449014" y="3009219"/>
                  </a:lnTo>
                  <a:close/>
                  <a:moveTo>
                    <a:pt x="10449014" y="1504609"/>
                  </a:moveTo>
                  <a:lnTo>
                    <a:pt x="7981886" y="1504609"/>
                  </a:lnTo>
                  <a:lnTo>
                    <a:pt x="7981886" y="83589"/>
                  </a:lnTo>
                  <a:lnTo>
                    <a:pt x="10449014" y="83589"/>
                  </a:lnTo>
                  <a:lnTo>
                    <a:pt x="10449014" y="1504609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6917709" cy="1883905"/>
            <a:chOff x="0" y="0"/>
            <a:chExt cx="1821948" cy="4961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948" cy="496173"/>
            </a:xfrm>
            <a:custGeom>
              <a:avLst/>
              <a:gdLst/>
              <a:ahLst/>
              <a:cxnLst/>
              <a:rect r="r" b="b" t="t" l="l"/>
              <a:pathLst>
                <a:path h="496173" w="1821948">
                  <a:moveTo>
                    <a:pt x="55957" y="0"/>
                  </a:moveTo>
                  <a:lnTo>
                    <a:pt x="1765991" y="0"/>
                  </a:lnTo>
                  <a:cubicBezTo>
                    <a:pt x="1780832" y="0"/>
                    <a:pt x="1795065" y="5895"/>
                    <a:pt x="1805559" y="16390"/>
                  </a:cubicBezTo>
                  <a:cubicBezTo>
                    <a:pt x="1816053" y="26884"/>
                    <a:pt x="1821948" y="41116"/>
                    <a:pt x="1821948" y="55957"/>
                  </a:cubicBezTo>
                  <a:lnTo>
                    <a:pt x="1821948" y="440215"/>
                  </a:lnTo>
                  <a:cubicBezTo>
                    <a:pt x="1821948" y="471120"/>
                    <a:pt x="1796895" y="496173"/>
                    <a:pt x="1765991" y="496173"/>
                  </a:cubicBezTo>
                  <a:lnTo>
                    <a:pt x="55957" y="496173"/>
                  </a:lnTo>
                  <a:cubicBezTo>
                    <a:pt x="25053" y="496173"/>
                    <a:pt x="0" y="471120"/>
                    <a:pt x="0" y="440215"/>
                  </a:cubicBezTo>
                  <a:lnTo>
                    <a:pt x="0" y="55957"/>
                  </a:lnTo>
                  <a:cubicBezTo>
                    <a:pt x="0" y="41116"/>
                    <a:pt x="5895" y="26884"/>
                    <a:pt x="16390" y="16390"/>
                  </a:cubicBezTo>
                  <a:cubicBezTo>
                    <a:pt x="26884" y="5895"/>
                    <a:pt x="41116" y="0"/>
                    <a:pt x="55957" y="0"/>
                  </a:cubicBezTo>
                  <a:close/>
                </a:path>
              </a:pathLst>
            </a:custGeom>
            <a:solidFill>
              <a:srgbClr val="B5151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21948" cy="53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35157" y="1208888"/>
            <a:ext cx="6704794" cy="137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4"/>
              </a:lnSpc>
              <a:spcBef>
                <a:spcPct val="0"/>
              </a:spcBef>
            </a:pPr>
            <a:r>
              <a:rPr lang="en-US" b="true" sz="8053">
                <a:solidFill>
                  <a:srgbClr val="FFFFFF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Stage Three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3259945"/>
            <a:ext cx="6917709" cy="1340382"/>
            <a:chOff x="0" y="0"/>
            <a:chExt cx="2560745" cy="496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745" cy="496173"/>
            </a:xfrm>
            <a:custGeom>
              <a:avLst/>
              <a:gdLst/>
              <a:ahLst/>
              <a:cxnLst/>
              <a:rect r="r" b="b" t="t" l="l"/>
              <a:pathLst>
                <a:path h="496173" w="2560745">
                  <a:moveTo>
                    <a:pt x="33574" y="0"/>
                  </a:moveTo>
                  <a:lnTo>
                    <a:pt x="2527171" y="0"/>
                  </a:lnTo>
                  <a:cubicBezTo>
                    <a:pt x="2536075" y="0"/>
                    <a:pt x="2544615" y="3537"/>
                    <a:pt x="2550912" y="9834"/>
                  </a:cubicBezTo>
                  <a:cubicBezTo>
                    <a:pt x="2557208" y="16130"/>
                    <a:pt x="2560745" y="24670"/>
                    <a:pt x="2560745" y="33574"/>
                  </a:cubicBezTo>
                  <a:lnTo>
                    <a:pt x="2560745" y="462598"/>
                  </a:lnTo>
                  <a:cubicBezTo>
                    <a:pt x="2560745" y="481141"/>
                    <a:pt x="2545713" y="496173"/>
                    <a:pt x="2527171" y="496173"/>
                  </a:cubicBezTo>
                  <a:lnTo>
                    <a:pt x="33574" y="496173"/>
                  </a:lnTo>
                  <a:cubicBezTo>
                    <a:pt x="15032" y="496173"/>
                    <a:pt x="0" y="481141"/>
                    <a:pt x="0" y="462598"/>
                  </a:cubicBezTo>
                  <a:lnTo>
                    <a:pt x="0" y="33574"/>
                  </a:lnTo>
                  <a:cubicBezTo>
                    <a:pt x="0" y="24670"/>
                    <a:pt x="3537" y="16130"/>
                    <a:pt x="9834" y="9834"/>
                  </a:cubicBezTo>
                  <a:cubicBezTo>
                    <a:pt x="16130" y="3537"/>
                    <a:pt x="24670" y="0"/>
                    <a:pt x="33574" y="0"/>
                  </a:cubicBezTo>
                  <a:close/>
                </a:path>
              </a:pathLst>
            </a:custGeom>
            <a:solidFill>
              <a:srgbClr val="007E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60745" cy="534273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78322" y="3380722"/>
            <a:ext cx="6418466" cy="98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1"/>
              </a:lnSpc>
              <a:spcBef>
                <a:spcPct val="0"/>
              </a:spcBef>
            </a:pPr>
            <a:r>
              <a:rPr lang="en-US" sz="5729">
                <a:solidFill>
                  <a:srgbClr val="FFFFFF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논쟁 질문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399387">
            <a:off x="9082644" y="2307165"/>
            <a:ext cx="3718229" cy="6014782"/>
          </a:xfrm>
          <a:custGeom>
            <a:avLst/>
            <a:gdLst/>
            <a:ahLst/>
            <a:cxnLst/>
            <a:rect r="r" b="b" t="t" l="l"/>
            <a:pathLst>
              <a:path h="6014782" w="3718229">
                <a:moveTo>
                  <a:pt x="0" y="0"/>
                </a:moveTo>
                <a:lnTo>
                  <a:pt x="3718229" y="0"/>
                </a:lnTo>
                <a:lnTo>
                  <a:pt x="3718229" y="6014783"/>
                </a:lnTo>
                <a:lnTo>
                  <a:pt x="0" y="6014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84239">
            <a:off x="12998295" y="957816"/>
            <a:ext cx="4699655" cy="7364132"/>
          </a:xfrm>
          <a:custGeom>
            <a:avLst/>
            <a:gdLst/>
            <a:ahLst/>
            <a:cxnLst/>
            <a:rect r="r" b="b" t="t" l="l"/>
            <a:pathLst>
              <a:path h="7364132" w="4699655">
                <a:moveTo>
                  <a:pt x="0" y="0"/>
                </a:moveTo>
                <a:lnTo>
                  <a:pt x="4699655" y="0"/>
                </a:lnTo>
                <a:lnTo>
                  <a:pt x="4699655" y="7364132"/>
                </a:lnTo>
                <a:lnTo>
                  <a:pt x="0" y="7364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4871466"/>
            <a:ext cx="6917709" cy="117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사람마다 관점과 경험이 달라 다양한 의견이 나올 수 있는 질문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495728"/>
            <a:ext cx="6917709" cy="176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다람쥐는 왜 달밤에 알밤을 주웠을까요?다람쥐에게 어떤 충고를 해주고 싶은가요?</a:t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-775436">
            <a:off x="11401772" y="1475135"/>
            <a:ext cx="2391746" cy="1273605"/>
          </a:xfrm>
          <a:custGeom>
            <a:avLst/>
            <a:gdLst/>
            <a:ahLst/>
            <a:cxnLst/>
            <a:rect r="r" b="b" t="t" l="l"/>
            <a:pathLst>
              <a:path h="1273605" w="2391746">
                <a:moveTo>
                  <a:pt x="2391746" y="0"/>
                </a:moveTo>
                <a:lnTo>
                  <a:pt x="0" y="0"/>
                </a:lnTo>
                <a:lnTo>
                  <a:pt x="0" y="1273605"/>
                </a:lnTo>
                <a:lnTo>
                  <a:pt x="2391746" y="1273605"/>
                </a:lnTo>
                <a:lnTo>
                  <a:pt x="239174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602103">
            <a:off x="11881340" y="7546893"/>
            <a:ext cx="2511210" cy="1913085"/>
          </a:xfrm>
          <a:custGeom>
            <a:avLst/>
            <a:gdLst/>
            <a:ahLst/>
            <a:cxnLst/>
            <a:rect r="r" b="b" t="t" l="l"/>
            <a:pathLst>
              <a:path h="1913085" w="2511210">
                <a:moveTo>
                  <a:pt x="0" y="0"/>
                </a:moveTo>
                <a:lnTo>
                  <a:pt x="2511210" y="0"/>
                </a:lnTo>
                <a:lnTo>
                  <a:pt x="2511210" y="1913085"/>
                </a:lnTo>
                <a:lnTo>
                  <a:pt x="0" y="19130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355191">
            <a:off x="11328676" y="8968368"/>
            <a:ext cx="3313497" cy="92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bigger root system</a:t>
            </a:r>
          </a:p>
        </p:txBody>
      </p:sp>
      <p:sp>
        <p:nvSpPr>
          <p:cNvPr name="TextBox 19" id="19"/>
          <p:cNvSpPr txBox="true"/>
          <p:nvPr/>
        </p:nvSpPr>
        <p:spPr>
          <a:xfrm rot="-1801936">
            <a:off x="10573971" y="679877"/>
            <a:ext cx="2337148" cy="90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bigger leaves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003491" y="533120"/>
            <a:ext cx="5956006" cy="9531927"/>
          </a:xfrm>
          <a:custGeom>
            <a:avLst/>
            <a:gdLst/>
            <a:ahLst/>
            <a:cxnLst/>
            <a:rect r="r" b="b" t="t" l="l"/>
            <a:pathLst>
              <a:path h="9531927" w="5956006">
                <a:moveTo>
                  <a:pt x="0" y="0"/>
                </a:moveTo>
                <a:lnTo>
                  <a:pt x="5956006" y="0"/>
                </a:lnTo>
                <a:lnTo>
                  <a:pt x="5956006" y="9531926"/>
                </a:lnTo>
                <a:lnTo>
                  <a:pt x="0" y="95319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492" r="0" b="-2492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2662" y="-240003"/>
            <a:ext cx="18693324" cy="1076700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3831" cy="7564841"/>
            </a:xfrm>
            <a:custGeom>
              <a:avLst/>
              <a:gdLst/>
              <a:ahLst/>
              <a:cxnLst/>
              <a:rect r="r" b="b" t="t" l="l"/>
              <a:pathLst>
                <a:path h="7564841" w="13133831">
                  <a:moveTo>
                    <a:pt x="13133831" y="83589"/>
                  </a:moveTo>
                  <a:lnTo>
                    <a:pt x="13133831" y="0"/>
                  </a:lnTo>
                  <a:lnTo>
                    <a:pt x="72563" y="0"/>
                  </a:lnTo>
                  <a:lnTo>
                    <a:pt x="72563" y="41795"/>
                  </a:lnTo>
                  <a:lnTo>
                    <a:pt x="0" y="41795"/>
                  </a:lnTo>
                  <a:lnTo>
                    <a:pt x="0" y="7564841"/>
                  </a:lnTo>
                  <a:lnTo>
                    <a:pt x="145125" y="7564841"/>
                  </a:lnTo>
                  <a:lnTo>
                    <a:pt x="145125" y="6102027"/>
                  </a:lnTo>
                  <a:lnTo>
                    <a:pt x="2612254" y="6102027"/>
                  </a:lnTo>
                  <a:lnTo>
                    <a:pt x="2612254" y="7564841"/>
                  </a:lnTo>
                  <a:lnTo>
                    <a:pt x="2757379" y="7564841"/>
                  </a:lnTo>
                  <a:lnTo>
                    <a:pt x="2757379" y="6102027"/>
                  </a:lnTo>
                  <a:lnTo>
                    <a:pt x="5224507" y="6102027"/>
                  </a:lnTo>
                  <a:lnTo>
                    <a:pt x="5224507" y="7564841"/>
                  </a:lnTo>
                  <a:lnTo>
                    <a:pt x="5369632" y="7564841"/>
                  </a:lnTo>
                  <a:lnTo>
                    <a:pt x="5369632" y="6102027"/>
                  </a:lnTo>
                  <a:lnTo>
                    <a:pt x="7836760" y="6102027"/>
                  </a:lnTo>
                  <a:lnTo>
                    <a:pt x="7836760" y="7564841"/>
                  </a:lnTo>
                  <a:lnTo>
                    <a:pt x="7981886" y="7564841"/>
                  </a:lnTo>
                  <a:lnTo>
                    <a:pt x="7981886" y="6102027"/>
                  </a:lnTo>
                  <a:lnTo>
                    <a:pt x="10449014" y="6102027"/>
                  </a:lnTo>
                  <a:lnTo>
                    <a:pt x="10449014" y="7564841"/>
                  </a:lnTo>
                  <a:lnTo>
                    <a:pt x="10594139" y="7564841"/>
                  </a:lnTo>
                  <a:lnTo>
                    <a:pt x="10594139" y="6102027"/>
                  </a:lnTo>
                  <a:lnTo>
                    <a:pt x="13133831" y="6102027"/>
                  </a:lnTo>
                  <a:lnTo>
                    <a:pt x="13133831" y="6018438"/>
                  </a:lnTo>
                  <a:lnTo>
                    <a:pt x="10594139" y="6018438"/>
                  </a:lnTo>
                  <a:lnTo>
                    <a:pt x="10594139" y="4597417"/>
                  </a:lnTo>
                  <a:lnTo>
                    <a:pt x="13133831" y="4597417"/>
                  </a:lnTo>
                  <a:lnTo>
                    <a:pt x="13133831" y="4513828"/>
                  </a:lnTo>
                  <a:lnTo>
                    <a:pt x="10594139" y="4513828"/>
                  </a:lnTo>
                  <a:lnTo>
                    <a:pt x="10594139" y="3092808"/>
                  </a:lnTo>
                  <a:lnTo>
                    <a:pt x="13133831" y="3092808"/>
                  </a:lnTo>
                  <a:lnTo>
                    <a:pt x="13133831" y="3009219"/>
                  </a:lnTo>
                  <a:lnTo>
                    <a:pt x="10594139" y="3009219"/>
                  </a:lnTo>
                  <a:lnTo>
                    <a:pt x="10594139" y="1588199"/>
                  </a:lnTo>
                  <a:lnTo>
                    <a:pt x="13133831" y="1588199"/>
                  </a:lnTo>
                  <a:lnTo>
                    <a:pt x="13133831" y="1504609"/>
                  </a:lnTo>
                  <a:lnTo>
                    <a:pt x="10594139" y="1504609"/>
                  </a:lnTo>
                  <a:lnTo>
                    <a:pt x="10594139" y="83589"/>
                  </a:lnTo>
                  <a:lnTo>
                    <a:pt x="13133831" y="83589"/>
                  </a:lnTo>
                  <a:close/>
                  <a:moveTo>
                    <a:pt x="2757379" y="1504609"/>
                  </a:moveTo>
                  <a:lnTo>
                    <a:pt x="2757379" y="83589"/>
                  </a:lnTo>
                  <a:lnTo>
                    <a:pt x="5224507" y="83589"/>
                  </a:lnTo>
                  <a:lnTo>
                    <a:pt x="5224507" y="1504609"/>
                  </a:lnTo>
                  <a:lnTo>
                    <a:pt x="2757379" y="1504609"/>
                  </a:lnTo>
                  <a:close/>
                  <a:moveTo>
                    <a:pt x="5224507" y="1588199"/>
                  </a:moveTo>
                  <a:lnTo>
                    <a:pt x="5224507" y="3009219"/>
                  </a:lnTo>
                  <a:lnTo>
                    <a:pt x="2757379" y="3009219"/>
                  </a:lnTo>
                  <a:lnTo>
                    <a:pt x="2757379" y="1588199"/>
                  </a:lnTo>
                  <a:lnTo>
                    <a:pt x="5224507" y="1588199"/>
                  </a:lnTo>
                  <a:close/>
                  <a:moveTo>
                    <a:pt x="2612254" y="1504609"/>
                  </a:moveTo>
                  <a:lnTo>
                    <a:pt x="145125" y="1504609"/>
                  </a:lnTo>
                  <a:lnTo>
                    <a:pt x="145125" y="83589"/>
                  </a:lnTo>
                  <a:lnTo>
                    <a:pt x="2612254" y="83589"/>
                  </a:lnTo>
                  <a:lnTo>
                    <a:pt x="2612254" y="1504609"/>
                  </a:lnTo>
                  <a:close/>
                  <a:moveTo>
                    <a:pt x="2612254" y="1588199"/>
                  </a:moveTo>
                  <a:lnTo>
                    <a:pt x="2612254" y="3009219"/>
                  </a:lnTo>
                  <a:lnTo>
                    <a:pt x="145125" y="3009219"/>
                  </a:lnTo>
                  <a:lnTo>
                    <a:pt x="145125" y="1588199"/>
                  </a:lnTo>
                  <a:lnTo>
                    <a:pt x="2612254" y="1588199"/>
                  </a:lnTo>
                  <a:close/>
                  <a:moveTo>
                    <a:pt x="2612254" y="3092808"/>
                  </a:moveTo>
                  <a:lnTo>
                    <a:pt x="2612254" y="4513828"/>
                  </a:lnTo>
                  <a:lnTo>
                    <a:pt x="145125" y="4513828"/>
                  </a:lnTo>
                  <a:lnTo>
                    <a:pt x="145125" y="3092808"/>
                  </a:lnTo>
                  <a:lnTo>
                    <a:pt x="2612254" y="3092808"/>
                  </a:lnTo>
                  <a:close/>
                  <a:moveTo>
                    <a:pt x="2757379" y="3092808"/>
                  </a:moveTo>
                  <a:lnTo>
                    <a:pt x="5224507" y="3092808"/>
                  </a:lnTo>
                  <a:lnTo>
                    <a:pt x="5224507" y="4513828"/>
                  </a:lnTo>
                  <a:lnTo>
                    <a:pt x="2757379" y="4513828"/>
                  </a:lnTo>
                  <a:lnTo>
                    <a:pt x="2757379" y="3092808"/>
                  </a:lnTo>
                  <a:close/>
                  <a:moveTo>
                    <a:pt x="5369632" y="3092808"/>
                  </a:moveTo>
                  <a:lnTo>
                    <a:pt x="7836760" y="3092808"/>
                  </a:lnTo>
                  <a:lnTo>
                    <a:pt x="7836760" y="4513828"/>
                  </a:lnTo>
                  <a:lnTo>
                    <a:pt x="5369632" y="4513828"/>
                  </a:lnTo>
                  <a:lnTo>
                    <a:pt x="5369632" y="3092808"/>
                  </a:lnTo>
                  <a:close/>
                  <a:moveTo>
                    <a:pt x="5369632" y="3009219"/>
                  </a:moveTo>
                  <a:lnTo>
                    <a:pt x="5369632" y="1588199"/>
                  </a:lnTo>
                  <a:lnTo>
                    <a:pt x="7836760" y="1588199"/>
                  </a:lnTo>
                  <a:lnTo>
                    <a:pt x="7836760" y="3009219"/>
                  </a:lnTo>
                  <a:lnTo>
                    <a:pt x="5369632" y="3009219"/>
                  </a:lnTo>
                  <a:close/>
                  <a:moveTo>
                    <a:pt x="5369632" y="1504609"/>
                  </a:moveTo>
                  <a:lnTo>
                    <a:pt x="5369632" y="83589"/>
                  </a:lnTo>
                  <a:lnTo>
                    <a:pt x="7836760" y="83589"/>
                  </a:lnTo>
                  <a:lnTo>
                    <a:pt x="7836760" y="1504609"/>
                  </a:lnTo>
                  <a:lnTo>
                    <a:pt x="5369632" y="1504609"/>
                  </a:lnTo>
                  <a:close/>
                  <a:moveTo>
                    <a:pt x="145125" y="6018438"/>
                  </a:moveTo>
                  <a:lnTo>
                    <a:pt x="145125" y="4597417"/>
                  </a:lnTo>
                  <a:lnTo>
                    <a:pt x="2612254" y="4597417"/>
                  </a:lnTo>
                  <a:lnTo>
                    <a:pt x="2612254" y="6018438"/>
                  </a:lnTo>
                  <a:lnTo>
                    <a:pt x="145125" y="6018438"/>
                  </a:lnTo>
                  <a:close/>
                  <a:moveTo>
                    <a:pt x="2757379" y="6018438"/>
                  </a:moveTo>
                  <a:lnTo>
                    <a:pt x="2757379" y="4597417"/>
                  </a:lnTo>
                  <a:lnTo>
                    <a:pt x="5224507" y="4597417"/>
                  </a:lnTo>
                  <a:lnTo>
                    <a:pt x="5224507" y="6018438"/>
                  </a:lnTo>
                  <a:lnTo>
                    <a:pt x="2757379" y="6018438"/>
                  </a:lnTo>
                  <a:close/>
                  <a:moveTo>
                    <a:pt x="5369632" y="6018438"/>
                  </a:moveTo>
                  <a:lnTo>
                    <a:pt x="5369632" y="4597417"/>
                  </a:lnTo>
                  <a:lnTo>
                    <a:pt x="7836760" y="4597417"/>
                  </a:lnTo>
                  <a:lnTo>
                    <a:pt x="7836760" y="6018438"/>
                  </a:lnTo>
                  <a:lnTo>
                    <a:pt x="5369632" y="6018438"/>
                  </a:lnTo>
                  <a:close/>
                  <a:moveTo>
                    <a:pt x="10449014" y="6018438"/>
                  </a:moveTo>
                  <a:lnTo>
                    <a:pt x="7981886" y="6018438"/>
                  </a:lnTo>
                  <a:lnTo>
                    <a:pt x="7981886" y="4597417"/>
                  </a:lnTo>
                  <a:lnTo>
                    <a:pt x="10449014" y="4597417"/>
                  </a:lnTo>
                  <a:lnTo>
                    <a:pt x="10449014" y="6018438"/>
                  </a:lnTo>
                  <a:close/>
                  <a:moveTo>
                    <a:pt x="10449014" y="4513828"/>
                  </a:moveTo>
                  <a:lnTo>
                    <a:pt x="7981886" y="4513828"/>
                  </a:lnTo>
                  <a:lnTo>
                    <a:pt x="7981886" y="3092808"/>
                  </a:lnTo>
                  <a:lnTo>
                    <a:pt x="10449014" y="3092808"/>
                  </a:lnTo>
                  <a:lnTo>
                    <a:pt x="10449014" y="4513828"/>
                  </a:lnTo>
                  <a:close/>
                  <a:moveTo>
                    <a:pt x="10449014" y="3009219"/>
                  </a:moveTo>
                  <a:lnTo>
                    <a:pt x="7981886" y="3009219"/>
                  </a:lnTo>
                  <a:lnTo>
                    <a:pt x="7981886" y="1588199"/>
                  </a:lnTo>
                  <a:lnTo>
                    <a:pt x="10449014" y="1588199"/>
                  </a:lnTo>
                  <a:lnTo>
                    <a:pt x="10449014" y="3009219"/>
                  </a:lnTo>
                  <a:close/>
                  <a:moveTo>
                    <a:pt x="10449014" y="1504609"/>
                  </a:moveTo>
                  <a:lnTo>
                    <a:pt x="7981886" y="1504609"/>
                  </a:lnTo>
                  <a:lnTo>
                    <a:pt x="7981886" y="83589"/>
                  </a:lnTo>
                  <a:lnTo>
                    <a:pt x="10449014" y="83589"/>
                  </a:lnTo>
                  <a:lnTo>
                    <a:pt x="10449014" y="1504609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341591" y="1028700"/>
            <a:ext cx="6917709" cy="1883905"/>
            <a:chOff x="0" y="0"/>
            <a:chExt cx="1821948" cy="4961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948" cy="496173"/>
            </a:xfrm>
            <a:custGeom>
              <a:avLst/>
              <a:gdLst/>
              <a:ahLst/>
              <a:cxnLst/>
              <a:rect r="r" b="b" t="t" l="l"/>
              <a:pathLst>
                <a:path h="496173" w="1821948">
                  <a:moveTo>
                    <a:pt x="55957" y="0"/>
                  </a:moveTo>
                  <a:lnTo>
                    <a:pt x="1765991" y="0"/>
                  </a:lnTo>
                  <a:cubicBezTo>
                    <a:pt x="1780832" y="0"/>
                    <a:pt x="1795065" y="5895"/>
                    <a:pt x="1805559" y="16390"/>
                  </a:cubicBezTo>
                  <a:cubicBezTo>
                    <a:pt x="1816053" y="26884"/>
                    <a:pt x="1821948" y="41116"/>
                    <a:pt x="1821948" y="55957"/>
                  </a:cubicBezTo>
                  <a:lnTo>
                    <a:pt x="1821948" y="440215"/>
                  </a:lnTo>
                  <a:cubicBezTo>
                    <a:pt x="1821948" y="471120"/>
                    <a:pt x="1796895" y="496173"/>
                    <a:pt x="1765991" y="496173"/>
                  </a:cubicBezTo>
                  <a:lnTo>
                    <a:pt x="55957" y="496173"/>
                  </a:lnTo>
                  <a:cubicBezTo>
                    <a:pt x="25053" y="496173"/>
                    <a:pt x="0" y="471120"/>
                    <a:pt x="0" y="440215"/>
                  </a:cubicBezTo>
                  <a:lnTo>
                    <a:pt x="0" y="55957"/>
                  </a:lnTo>
                  <a:cubicBezTo>
                    <a:pt x="0" y="41116"/>
                    <a:pt x="5895" y="26884"/>
                    <a:pt x="16390" y="16390"/>
                  </a:cubicBezTo>
                  <a:cubicBezTo>
                    <a:pt x="26884" y="5895"/>
                    <a:pt x="41116" y="0"/>
                    <a:pt x="55957" y="0"/>
                  </a:cubicBezTo>
                  <a:close/>
                </a:path>
              </a:pathLst>
            </a:custGeom>
            <a:solidFill>
              <a:srgbClr val="B5151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21948" cy="53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448048" y="1208888"/>
            <a:ext cx="6704794" cy="137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4"/>
              </a:lnSpc>
              <a:spcBef>
                <a:spcPct val="0"/>
              </a:spcBef>
            </a:pPr>
            <a:r>
              <a:rPr lang="en-US" b="true" sz="8053">
                <a:solidFill>
                  <a:srgbClr val="FFFFFF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Stage Four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341591" y="3259945"/>
            <a:ext cx="6917709" cy="1340382"/>
            <a:chOff x="0" y="0"/>
            <a:chExt cx="2560745" cy="496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745" cy="496173"/>
            </a:xfrm>
            <a:custGeom>
              <a:avLst/>
              <a:gdLst/>
              <a:ahLst/>
              <a:cxnLst/>
              <a:rect r="r" b="b" t="t" l="l"/>
              <a:pathLst>
                <a:path h="496173" w="2560745">
                  <a:moveTo>
                    <a:pt x="33574" y="0"/>
                  </a:moveTo>
                  <a:lnTo>
                    <a:pt x="2527171" y="0"/>
                  </a:lnTo>
                  <a:cubicBezTo>
                    <a:pt x="2536075" y="0"/>
                    <a:pt x="2544615" y="3537"/>
                    <a:pt x="2550912" y="9834"/>
                  </a:cubicBezTo>
                  <a:cubicBezTo>
                    <a:pt x="2557208" y="16130"/>
                    <a:pt x="2560745" y="24670"/>
                    <a:pt x="2560745" y="33574"/>
                  </a:cubicBezTo>
                  <a:lnTo>
                    <a:pt x="2560745" y="462598"/>
                  </a:lnTo>
                  <a:cubicBezTo>
                    <a:pt x="2560745" y="481141"/>
                    <a:pt x="2545713" y="496173"/>
                    <a:pt x="2527171" y="496173"/>
                  </a:cubicBezTo>
                  <a:lnTo>
                    <a:pt x="33574" y="496173"/>
                  </a:lnTo>
                  <a:cubicBezTo>
                    <a:pt x="15032" y="496173"/>
                    <a:pt x="0" y="481141"/>
                    <a:pt x="0" y="462598"/>
                  </a:cubicBezTo>
                  <a:lnTo>
                    <a:pt x="0" y="33574"/>
                  </a:lnTo>
                  <a:cubicBezTo>
                    <a:pt x="0" y="24670"/>
                    <a:pt x="3537" y="16130"/>
                    <a:pt x="9834" y="9834"/>
                  </a:cubicBezTo>
                  <a:cubicBezTo>
                    <a:pt x="16130" y="3537"/>
                    <a:pt x="24670" y="0"/>
                    <a:pt x="33574" y="0"/>
                  </a:cubicBezTo>
                  <a:close/>
                </a:path>
              </a:pathLst>
            </a:custGeom>
            <a:solidFill>
              <a:srgbClr val="007E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60745" cy="534273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591213" y="3380722"/>
            <a:ext cx="6418466" cy="98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1"/>
              </a:lnSpc>
              <a:spcBef>
                <a:spcPct val="0"/>
              </a:spcBef>
            </a:pPr>
            <a:r>
              <a:rPr lang="en-US" sz="5729">
                <a:solidFill>
                  <a:srgbClr val="FFFFFF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실습하기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356018">
            <a:off x="-1463433" y="514350"/>
            <a:ext cx="6548143" cy="9258300"/>
          </a:xfrm>
          <a:custGeom>
            <a:avLst/>
            <a:gdLst/>
            <a:ahLst/>
            <a:cxnLst/>
            <a:rect r="r" b="b" t="t" l="l"/>
            <a:pathLst>
              <a:path h="9258300" w="6548143">
                <a:moveTo>
                  <a:pt x="6548144" y="0"/>
                </a:moveTo>
                <a:lnTo>
                  <a:pt x="0" y="0"/>
                </a:lnTo>
                <a:lnTo>
                  <a:pt x="0" y="9258300"/>
                </a:lnTo>
                <a:lnTo>
                  <a:pt x="6548144" y="9258300"/>
                </a:lnTo>
                <a:lnTo>
                  <a:pt x="65481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31924">
            <a:off x="5084711" y="3653549"/>
            <a:ext cx="4352192" cy="4114800"/>
          </a:xfrm>
          <a:custGeom>
            <a:avLst/>
            <a:gdLst/>
            <a:ahLst/>
            <a:cxnLst/>
            <a:rect r="r" b="b" t="t" l="l"/>
            <a:pathLst>
              <a:path h="4114800" w="4352192">
                <a:moveTo>
                  <a:pt x="0" y="0"/>
                </a:moveTo>
                <a:lnTo>
                  <a:pt x="4352192" y="0"/>
                </a:lnTo>
                <a:lnTo>
                  <a:pt x="43521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341591" y="4871466"/>
            <a:ext cx="6917709" cy="176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사실질문</a:t>
            </a:r>
          </a:p>
          <a:p>
            <a:pPr algn="ctr">
              <a:lnSpc>
                <a:spcPts val="4700"/>
              </a:lnSpc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개념질문</a:t>
            </a:r>
          </a:p>
          <a:p>
            <a:pPr algn="ctr" marL="0" indent="0" lvl="0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논쟁질문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41591" y="7495728"/>
            <a:ext cx="6917709" cy="58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각자 질문을 만들어 봅시다~!</a:t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1881108">
            <a:off x="5241422" y="2447253"/>
            <a:ext cx="2391746" cy="1273605"/>
          </a:xfrm>
          <a:custGeom>
            <a:avLst/>
            <a:gdLst/>
            <a:ahLst/>
            <a:cxnLst/>
            <a:rect r="r" b="b" t="t" l="l"/>
            <a:pathLst>
              <a:path h="1273605" w="2391746">
                <a:moveTo>
                  <a:pt x="2391747" y="0"/>
                </a:moveTo>
                <a:lnTo>
                  <a:pt x="0" y="0"/>
                </a:lnTo>
                <a:lnTo>
                  <a:pt x="0" y="1273605"/>
                </a:lnTo>
                <a:lnTo>
                  <a:pt x="2391747" y="1273605"/>
                </a:lnTo>
                <a:lnTo>
                  <a:pt x="239174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-866776">
            <a:off x="6530232" y="8423882"/>
            <a:ext cx="2573573" cy="85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해바라기 얼굴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1893703">
            <a:off x="4695234" y="6601837"/>
            <a:ext cx="2511210" cy="1913085"/>
          </a:xfrm>
          <a:custGeom>
            <a:avLst/>
            <a:gdLst/>
            <a:ahLst/>
            <a:cxnLst/>
            <a:rect r="r" b="b" t="t" l="l"/>
            <a:pathLst>
              <a:path h="1913085" w="2511210">
                <a:moveTo>
                  <a:pt x="0" y="0"/>
                </a:moveTo>
                <a:lnTo>
                  <a:pt x="2511210" y="0"/>
                </a:lnTo>
                <a:lnTo>
                  <a:pt x="2511210" y="1913085"/>
                </a:lnTo>
                <a:lnTo>
                  <a:pt x="0" y="19130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459682">
            <a:off x="5152582" y="1290666"/>
            <a:ext cx="2547789" cy="98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해바라기 얼굴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04977" y="470953"/>
            <a:ext cx="5578449" cy="9345094"/>
          </a:xfrm>
          <a:custGeom>
            <a:avLst/>
            <a:gdLst/>
            <a:ahLst/>
            <a:cxnLst/>
            <a:rect r="r" b="b" t="t" l="l"/>
            <a:pathLst>
              <a:path h="9345094" w="5578449">
                <a:moveTo>
                  <a:pt x="0" y="0"/>
                </a:moveTo>
                <a:lnTo>
                  <a:pt x="5578449" y="0"/>
                </a:lnTo>
                <a:lnTo>
                  <a:pt x="5578449" y="9345094"/>
                </a:lnTo>
                <a:lnTo>
                  <a:pt x="0" y="93450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2662" y="-240003"/>
            <a:ext cx="18693324" cy="1076700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3831" cy="7564841"/>
            </a:xfrm>
            <a:custGeom>
              <a:avLst/>
              <a:gdLst/>
              <a:ahLst/>
              <a:cxnLst/>
              <a:rect r="r" b="b" t="t" l="l"/>
              <a:pathLst>
                <a:path h="7564841" w="13133831">
                  <a:moveTo>
                    <a:pt x="13133831" y="83589"/>
                  </a:moveTo>
                  <a:lnTo>
                    <a:pt x="13133831" y="0"/>
                  </a:lnTo>
                  <a:lnTo>
                    <a:pt x="72563" y="0"/>
                  </a:lnTo>
                  <a:lnTo>
                    <a:pt x="72563" y="41795"/>
                  </a:lnTo>
                  <a:lnTo>
                    <a:pt x="0" y="41795"/>
                  </a:lnTo>
                  <a:lnTo>
                    <a:pt x="0" y="7564841"/>
                  </a:lnTo>
                  <a:lnTo>
                    <a:pt x="145125" y="7564841"/>
                  </a:lnTo>
                  <a:lnTo>
                    <a:pt x="145125" y="6102027"/>
                  </a:lnTo>
                  <a:lnTo>
                    <a:pt x="2612254" y="6102027"/>
                  </a:lnTo>
                  <a:lnTo>
                    <a:pt x="2612254" y="7564841"/>
                  </a:lnTo>
                  <a:lnTo>
                    <a:pt x="2757379" y="7564841"/>
                  </a:lnTo>
                  <a:lnTo>
                    <a:pt x="2757379" y="6102027"/>
                  </a:lnTo>
                  <a:lnTo>
                    <a:pt x="5224507" y="6102027"/>
                  </a:lnTo>
                  <a:lnTo>
                    <a:pt x="5224507" y="7564841"/>
                  </a:lnTo>
                  <a:lnTo>
                    <a:pt x="5369632" y="7564841"/>
                  </a:lnTo>
                  <a:lnTo>
                    <a:pt x="5369632" y="6102027"/>
                  </a:lnTo>
                  <a:lnTo>
                    <a:pt x="7836760" y="6102027"/>
                  </a:lnTo>
                  <a:lnTo>
                    <a:pt x="7836760" y="7564841"/>
                  </a:lnTo>
                  <a:lnTo>
                    <a:pt x="7981886" y="7564841"/>
                  </a:lnTo>
                  <a:lnTo>
                    <a:pt x="7981886" y="6102027"/>
                  </a:lnTo>
                  <a:lnTo>
                    <a:pt x="10449014" y="6102027"/>
                  </a:lnTo>
                  <a:lnTo>
                    <a:pt x="10449014" y="7564841"/>
                  </a:lnTo>
                  <a:lnTo>
                    <a:pt x="10594139" y="7564841"/>
                  </a:lnTo>
                  <a:lnTo>
                    <a:pt x="10594139" y="6102027"/>
                  </a:lnTo>
                  <a:lnTo>
                    <a:pt x="13133831" y="6102027"/>
                  </a:lnTo>
                  <a:lnTo>
                    <a:pt x="13133831" y="6018438"/>
                  </a:lnTo>
                  <a:lnTo>
                    <a:pt x="10594139" y="6018438"/>
                  </a:lnTo>
                  <a:lnTo>
                    <a:pt x="10594139" y="4597417"/>
                  </a:lnTo>
                  <a:lnTo>
                    <a:pt x="13133831" y="4597417"/>
                  </a:lnTo>
                  <a:lnTo>
                    <a:pt x="13133831" y="4513828"/>
                  </a:lnTo>
                  <a:lnTo>
                    <a:pt x="10594139" y="4513828"/>
                  </a:lnTo>
                  <a:lnTo>
                    <a:pt x="10594139" y="3092808"/>
                  </a:lnTo>
                  <a:lnTo>
                    <a:pt x="13133831" y="3092808"/>
                  </a:lnTo>
                  <a:lnTo>
                    <a:pt x="13133831" y="3009219"/>
                  </a:lnTo>
                  <a:lnTo>
                    <a:pt x="10594139" y="3009219"/>
                  </a:lnTo>
                  <a:lnTo>
                    <a:pt x="10594139" y="1588199"/>
                  </a:lnTo>
                  <a:lnTo>
                    <a:pt x="13133831" y="1588199"/>
                  </a:lnTo>
                  <a:lnTo>
                    <a:pt x="13133831" y="1504609"/>
                  </a:lnTo>
                  <a:lnTo>
                    <a:pt x="10594139" y="1504609"/>
                  </a:lnTo>
                  <a:lnTo>
                    <a:pt x="10594139" y="83589"/>
                  </a:lnTo>
                  <a:lnTo>
                    <a:pt x="13133831" y="83589"/>
                  </a:lnTo>
                  <a:close/>
                  <a:moveTo>
                    <a:pt x="2757379" y="1504609"/>
                  </a:moveTo>
                  <a:lnTo>
                    <a:pt x="2757379" y="83589"/>
                  </a:lnTo>
                  <a:lnTo>
                    <a:pt x="5224507" y="83589"/>
                  </a:lnTo>
                  <a:lnTo>
                    <a:pt x="5224507" y="1504609"/>
                  </a:lnTo>
                  <a:lnTo>
                    <a:pt x="2757379" y="1504609"/>
                  </a:lnTo>
                  <a:close/>
                  <a:moveTo>
                    <a:pt x="5224507" y="1588199"/>
                  </a:moveTo>
                  <a:lnTo>
                    <a:pt x="5224507" y="3009219"/>
                  </a:lnTo>
                  <a:lnTo>
                    <a:pt x="2757379" y="3009219"/>
                  </a:lnTo>
                  <a:lnTo>
                    <a:pt x="2757379" y="1588199"/>
                  </a:lnTo>
                  <a:lnTo>
                    <a:pt x="5224507" y="1588199"/>
                  </a:lnTo>
                  <a:close/>
                  <a:moveTo>
                    <a:pt x="2612254" y="1504609"/>
                  </a:moveTo>
                  <a:lnTo>
                    <a:pt x="145125" y="1504609"/>
                  </a:lnTo>
                  <a:lnTo>
                    <a:pt x="145125" y="83589"/>
                  </a:lnTo>
                  <a:lnTo>
                    <a:pt x="2612254" y="83589"/>
                  </a:lnTo>
                  <a:lnTo>
                    <a:pt x="2612254" y="1504609"/>
                  </a:lnTo>
                  <a:close/>
                  <a:moveTo>
                    <a:pt x="2612254" y="1588199"/>
                  </a:moveTo>
                  <a:lnTo>
                    <a:pt x="2612254" y="3009219"/>
                  </a:lnTo>
                  <a:lnTo>
                    <a:pt x="145125" y="3009219"/>
                  </a:lnTo>
                  <a:lnTo>
                    <a:pt x="145125" y="1588199"/>
                  </a:lnTo>
                  <a:lnTo>
                    <a:pt x="2612254" y="1588199"/>
                  </a:lnTo>
                  <a:close/>
                  <a:moveTo>
                    <a:pt x="2612254" y="3092808"/>
                  </a:moveTo>
                  <a:lnTo>
                    <a:pt x="2612254" y="4513828"/>
                  </a:lnTo>
                  <a:lnTo>
                    <a:pt x="145125" y="4513828"/>
                  </a:lnTo>
                  <a:lnTo>
                    <a:pt x="145125" y="3092808"/>
                  </a:lnTo>
                  <a:lnTo>
                    <a:pt x="2612254" y="3092808"/>
                  </a:lnTo>
                  <a:close/>
                  <a:moveTo>
                    <a:pt x="2757379" y="3092808"/>
                  </a:moveTo>
                  <a:lnTo>
                    <a:pt x="5224507" y="3092808"/>
                  </a:lnTo>
                  <a:lnTo>
                    <a:pt x="5224507" y="4513828"/>
                  </a:lnTo>
                  <a:lnTo>
                    <a:pt x="2757379" y="4513828"/>
                  </a:lnTo>
                  <a:lnTo>
                    <a:pt x="2757379" y="3092808"/>
                  </a:lnTo>
                  <a:close/>
                  <a:moveTo>
                    <a:pt x="5369632" y="3092808"/>
                  </a:moveTo>
                  <a:lnTo>
                    <a:pt x="7836760" y="3092808"/>
                  </a:lnTo>
                  <a:lnTo>
                    <a:pt x="7836760" y="4513828"/>
                  </a:lnTo>
                  <a:lnTo>
                    <a:pt x="5369632" y="4513828"/>
                  </a:lnTo>
                  <a:lnTo>
                    <a:pt x="5369632" y="3092808"/>
                  </a:lnTo>
                  <a:close/>
                  <a:moveTo>
                    <a:pt x="5369632" y="3009219"/>
                  </a:moveTo>
                  <a:lnTo>
                    <a:pt x="5369632" y="1588199"/>
                  </a:lnTo>
                  <a:lnTo>
                    <a:pt x="7836760" y="1588199"/>
                  </a:lnTo>
                  <a:lnTo>
                    <a:pt x="7836760" y="3009219"/>
                  </a:lnTo>
                  <a:lnTo>
                    <a:pt x="5369632" y="3009219"/>
                  </a:lnTo>
                  <a:close/>
                  <a:moveTo>
                    <a:pt x="5369632" y="1504609"/>
                  </a:moveTo>
                  <a:lnTo>
                    <a:pt x="5369632" y="83589"/>
                  </a:lnTo>
                  <a:lnTo>
                    <a:pt x="7836760" y="83589"/>
                  </a:lnTo>
                  <a:lnTo>
                    <a:pt x="7836760" y="1504609"/>
                  </a:lnTo>
                  <a:lnTo>
                    <a:pt x="5369632" y="1504609"/>
                  </a:lnTo>
                  <a:close/>
                  <a:moveTo>
                    <a:pt x="145125" y="6018438"/>
                  </a:moveTo>
                  <a:lnTo>
                    <a:pt x="145125" y="4597417"/>
                  </a:lnTo>
                  <a:lnTo>
                    <a:pt x="2612254" y="4597417"/>
                  </a:lnTo>
                  <a:lnTo>
                    <a:pt x="2612254" y="6018438"/>
                  </a:lnTo>
                  <a:lnTo>
                    <a:pt x="145125" y="6018438"/>
                  </a:lnTo>
                  <a:close/>
                  <a:moveTo>
                    <a:pt x="2757379" y="6018438"/>
                  </a:moveTo>
                  <a:lnTo>
                    <a:pt x="2757379" y="4597417"/>
                  </a:lnTo>
                  <a:lnTo>
                    <a:pt x="5224507" y="4597417"/>
                  </a:lnTo>
                  <a:lnTo>
                    <a:pt x="5224507" y="6018438"/>
                  </a:lnTo>
                  <a:lnTo>
                    <a:pt x="2757379" y="6018438"/>
                  </a:lnTo>
                  <a:close/>
                  <a:moveTo>
                    <a:pt x="5369632" y="6018438"/>
                  </a:moveTo>
                  <a:lnTo>
                    <a:pt x="5369632" y="4597417"/>
                  </a:lnTo>
                  <a:lnTo>
                    <a:pt x="7836760" y="4597417"/>
                  </a:lnTo>
                  <a:lnTo>
                    <a:pt x="7836760" y="6018438"/>
                  </a:lnTo>
                  <a:lnTo>
                    <a:pt x="5369632" y="6018438"/>
                  </a:lnTo>
                  <a:close/>
                  <a:moveTo>
                    <a:pt x="10449014" y="6018438"/>
                  </a:moveTo>
                  <a:lnTo>
                    <a:pt x="7981886" y="6018438"/>
                  </a:lnTo>
                  <a:lnTo>
                    <a:pt x="7981886" y="4597417"/>
                  </a:lnTo>
                  <a:lnTo>
                    <a:pt x="10449014" y="4597417"/>
                  </a:lnTo>
                  <a:lnTo>
                    <a:pt x="10449014" y="6018438"/>
                  </a:lnTo>
                  <a:close/>
                  <a:moveTo>
                    <a:pt x="10449014" y="4513828"/>
                  </a:moveTo>
                  <a:lnTo>
                    <a:pt x="7981886" y="4513828"/>
                  </a:lnTo>
                  <a:lnTo>
                    <a:pt x="7981886" y="3092808"/>
                  </a:lnTo>
                  <a:lnTo>
                    <a:pt x="10449014" y="3092808"/>
                  </a:lnTo>
                  <a:lnTo>
                    <a:pt x="10449014" y="4513828"/>
                  </a:lnTo>
                  <a:close/>
                  <a:moveTo>
                    <a:pt x="10449014" y="3009219"/>
                  </a:moveTo>
                  <a:lnTo>
                    <a:pt x="7981886" y="3009219"/>
                  </a:lnTo>
                  <a:lnTo>
                    <a:pt x="7981886" y="1588199"/>
                  </a:lnTo>
                  <a:lnTo>
                    <a:pt x="10449014" y="1588199"/>
                  </a:lnTo>
                  <a:lnTo>
                    <a:pt x="10449014" y="3009219"/>
                  </a:lnTo>
                  <a:close/>
                  <a:moveTo>
                    <a:pt x="10449014" y="1504609"/>
                  </a:moveTo>
                  <a:lnTo>
                    <a:pt x="7981886" y="1504609"/>
                  </a:lnTo>
                  <a:lnTo>
                    <a:pt x="7981886" y="83589"/>
                  </a:lnTo>
                  <a:lnTo>
                    <a:pt x="10449014" y="83589"/>
                  </a:lnTo>
                  <a:lnTo>
                    <a:pt x="10449014" y="1504609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6917709" cy="1883905"/>
            <a:chOff x="0" y="0"/>
            <a:chExt cx="1821948" cy="4961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948" cy="496173"/>
            </a:xfrm>
            <a:custGeom>
              <a:avLst/>
              <a:gdLst/>
              <a:ahLst/>
              <a:cxnLst/>
              <a:rect r="r" b="b" t="t" l="l"/>
              <a:pathLst>
                <a:path h="496173" w="1821948">
                  <a:moveTo>
                    <a:pt x="55957" y="0"/>
                  </a:moveTo>
                  <a:lnTo>
                    <a:pt x="1765991" y="0"/>
                  </a:lnTo>
                  <a:cubicBezTo>
                    <a:pt x="1780832" y="0"/>
                    <a:pt x="1795065" y="5895"/>
                    <a:pt x="1805559" y="16390"/>
                  </a:cubicBezTo>
                  <a:cubicBezTo>
                    <a:pt x="1816053" y="26884"/>
                    <a:pt x="1821948" y="41116"/>
                    <a:pt x="1821948" y="55957"/>
                  </a:cubicBezTo>
                  <a:lnTo>
                    <a:pt x="1821948" y="440215"/>
                  </a:lnTo>
                  <a:cubicBezTo>
                    <a:pt x="1821948" y="471120"/>
                    <a:pt x="1796895" y="496173"/>
                    <a:pt x="1765991" y="496173"/>
                  </a:cubicBezTo>
                  <a:lnTo>
                    <a:pt x="55957" y="496173"/>
                  </a:lnTo>
                  <a:cubicBezTo>
                    <a:pt x="25053" y="496173"/>
                    <a:pt x="0" y="471120"/>
                    <a:pt x="0" y="440215"/>
                  </a:cubicBezTo>
                  <a:lnTo>
                    <a:pt x="0" y="55957"/>
                  </a:lnTo>
                  <a:cubicBezTo>
                    <a:pt x="0" y="41116"/>
                    <a:pt x="5895" y="26884"/>
                    <a:pt x="16390" y="16390"/>
                  </a:cubicBezTo>
                  <a:cubicBezTo>
                    <a:pt x="26884" y="5895"/>
                    <a:pt x="41116" y="0"/>
                    <a:pt x="55957" y="0"/>
                  </a:cubicBezTo>
                  <a:close/>
                </a:path>
              </a:pathLst>
            </a:custGeom>
            <a:solidFill>
              <a:srgbClr val="B5151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21948" cy="53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35157" y="1208888"/>
            <a:ext cx="6704794" cy="137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4"/>
              </a:lnSpc>
              <a:spcBef>
                <a:spcPct val="0"/>
              </a:spcBef>
            </a:pPr>
            <a:r>
              <a:rPr lang="en-US" b="true" sz="8053">
                <a:solidFill>
                  <a:srgbClr val="FFFFFF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Stage Five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3259945"/>
            <a:ext cx="6917709" cy="1340382"/>
            <a:chOff x="0" y="0"/>
            <a:chExt cx="2560745" cy="496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745" cy="496173"/>
            </a:xfrm>
            <a:custGeom>
              <a:avLst/>
              <a:gdLst/>
              <a:ahLst/>
              <a:cxnLst/>
              <a:rect r="r" b="b" t="t" l="l"/>
              <a:pathLst>
                <a:path h="496173" w="2560745">
                  <a:moveTo>
                    <a:pt x="33574" y="0"/>
                  </a:moveTo>
                  <a:lnTo>
                    <a:pt x="2527171" y="0"/>
                  </a:lnTo>
                  <a:cubicBezTo>
                    <a:pt x="2536075" y="0"/>
                    <a:pt x="2544615" y="3537"/>
                    <a:pt x="2550912" y="9834"/>
                  </a:cubicBezTo>
                  <a:cubicBezTo>
                    <a:pt x="2557208" y="16130"/>
                    <a:pt x="2560745" y="24670"/>
                    <a:pt x="2560745" y="33574"/>
                  </a:cubicBezTo>
                  <a:lnTo>
                    <a:pt x="2560745" y="462598"/>
                  </a:lnTo>
                  <a:cubicBezTo>
                    <a:pt x="2560745" y="481141"/>
                    <a:pt x="2545713" y="496173"/>
                    <a:pt x="2527171" y="496173"/>
                  </a:cubicBezTo>
                  <a:lnTo>
                    <a:pt x="33574" y="496173"/>
                  </a:lnTo>
                  <a:cubicBezTo>
                    <a:pt x="15032" y="496173"/>
                    <a:pt x="0" y="481141"/>
                    <a:pt x="0" y="462598"/>
                  </a:cubicBezTo>
                  <a:lnTo>
                    <a:pt x="0" y="33574"/>
                  </a:lnTo>
                  <a:cubicBezTo>
                    <a:pt x="0" y="24670"/>
                    <a:pt x="3537" y="16130"/>
                    <a:pt x="9834" y="9834"/>
                  </a:cubicBezTo>
                  <a:cubicBezTo>
                    <a:pt x="16130" y="3537"/>
                    <a:pt x="24670" y="0"/>
                    <a:pt x="33574" y="0"/>
                  </a:cubicBezTo>
                  <a:close/>
                </a:path>
              </a:pathLst>
            </a:custGeom>
            <a:solidFill>
              <a:srgbClr val="007E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60745" cy="534273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78322" y="3380722"/>
            <a:ext cx="6418466" cy="98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1"/>
              </a:lnSpc>
              <a:spcBef>
                <a:spcPct val="0"/>
              </a:spcBef>
            </a:pPr>
            <a:r>
              <a:rPr lang="en-US" sz="5729">
                <a:solidFill>
                  <a:srgbClr val="FFFFFF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산딸기 크림봉봉</a:t>
            </a:r>
          </a:p>
        </p:txBody>
      </p:sp>
      <p:sp>
        <p:nvSpPr>
          <p:cNvPr name="Freeform 12" id="12">
            <a:hlinkClick r:id="rId4" tooltip="https://www.youtube.com/watch?v=zavyef-cUFA&amp;t=314s"/>
          </p:cNvPr>
          <p:cNvSpPr/>
          <p:nvPr/>
        </p:nvSpPr>
        <p:spPr>
          <a:xfrm flipH="false" flipV="false" rot="-553228">
            <a:off x="13179880" y="974548"/>
            <a:ext cx="6730963" cy="8337904"/>
          </a:xfrm>
          <a:custGeom>
            <a:avLst/>
            <a:gdLst/>
            <a:ahLst/>
            <a:cxnLst/>
            <a:rect r="r" b="b" t="t" l="l"/>
            <a:pathLst>
              <a:path h="8337904" w="6730963">
                <a:moveTo>
                  <a:pt x="0" y="0"/>
                </a:moveTo>
                <a:lnTo>
                  <a:pt x="6730963" y="0"/>
                </a:lnTo>
                <a:lnTo>
                  <a:pt x="6730963" y="8337904"/>
                </a:lnTo>
                <a:lnTo>
                  <a:pt x="0" y="8337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2014303">
            <a:off x="8471495" y="2976339"/>
            <a:ext cx="4263397" cy="4334322"/>
          </a:xfrm>
          <a:custGeom>
            <a:avLst/>
            <a:gdLst/>
            <a:ahLst/>
            <a:cxnLst/>
            <a:rect r="r" b="b" t="t" l="l"/>
            <a:pathLst>
              <a:path h="4334322" w="4263397">
                <a:moveTo>
                  <a:pt x="4263397" y="0"/>
                </a:moveTo>
                <a:lnTo>
                  <a:pt x="0" y="0"/>
                </a:lnTo>
                <a:lnTo>
                  <a:pt x="0" y="4334322"/>
                </a:lnTo>
                <a:lnTo>
                  <a:pt x="4263397" y="4334322"/>
                </a:lnTo>
                <a:lnTo>
                  <a:pt x="426339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4871466"/>
            <a:ext cx="6917709" cy="58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그림책을 읽고 질문을 만들어봅시다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7566" y="7491288"/>
            <a:ext cx="6599977" cy="117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다양한 질문을 만들수록 </a:t>
            </a:r>
          </a:p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이야기가 풍성해 집니다.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236220">
            <a:off x="11029252" y="1522244"/>
            <a:ext cx="2391746" cy="1273605"/>
          </a:xfrm>
          <a:custGeom>
            <a:avLst/>
            <a:gdLst/>
            <a:ahLst/>
            <a:cxnLst/>
            <a:rect r="r" b="b" t="t" l="l"/>
            <a:pathLst>
              <a:path h="1273605" w="2391746">
                <a:moveTo>
                  <a:pt x="0" y="0"/>
                </a:moveTo>
                <a:lnTo>
                  <a:pt x="2391746" y="0"/>
                </a:lnTo>
                <a:lnTo>
                  <a:pt x="2391746" y="1273605"/>
                </a:lnTo>
                <a:lnTo>
                  <a:pt x="0" y="12736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-866776">
            <a:off x="9861262" y="7533691"/>
            <a:ext cx="3051259" cy="96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산딸기 크림 봉봉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2662" y="-240003"/>
            <a:ext cx="18693324" cy="1076700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3831" cy="7564841"/>
            </a:xfrm>
            <a:custGeom>
              <a:avLst/>
              <a:gdLst/>
              <a:ahLst/>
              <a:cxnLst/>
              <a:rect r="r" b="b" t="t" l="l"/>
              <a:pathLst>
                <a:path h="7564841" w="13133831">
                  <a:moveTo>
                    <a:pt x="13133831" y="83589"/>
                  </a:moveTo>
                  <a:lnTo>
                    <a:pt x="13133831" y="0"/>
                  </a:lnTo>
                  <a:lnTo>
                    <a:pt x="72563" y="0"/>
                  </a:lnTo>
                  <a:lnTo>
                    <a:pt x="72563" y="41795"/>
                  </a:lnTo>
                  <a:lnTo>
                    <a:pt x="0" y="41795"/>
                  </a:lnTo>
                  <a:lnTo>
                    <a:pt x="0" y="7564841"/>
                  </a:lnTo>
                  <a:lnTo>
                    <a:pt x="145125" y="7564841"/>
                  </a:lnTo>
                  <a:lnTo>
                    <a:pt x="145125" y="6102027"/>
                  </a:lnTo>
                  <a:lnTo>
                    <a:pt x="2612254" y="6102027"/>
                  </a:lnTo>
                  <a:lnTo>
                    <a:pt x="2612254" y="7564841"/>
                  </a:lnTo>
                  <a:lnTo>
                    <a:pt x="2757379" y="7564841"/>
                  </a:lnTo>
                  <a:lnTo>
                    <a:pt x="2757379" y="6102027"/>
                  </a:lnTo>
                  <a:lnTo>
                    <a:pt x="5224507" y="6102027"/>
                  </a:lnTo>
                  <a:lnTo>
                    <a:pt x="5224507" y="7564841"/>
                  </a:lnTo>
                  <a:lnTo>
                    <a:pt x="5369632" y="7564841"/>
                  </a:lnTo>
                  <a:lnTo>
                    <a:pt x="5369632" y="6102027"/>
                  </a:lnTo>
                  <a:lnTo>
                    <a:pt x="7836760" y="6102027"/>
                  </a:lnTo>
                  <a:lnTo>
                    <a:pt x="7836760" y="7564841"/>
                  </a:lnTo>
                  <a:lnTo>
                    <a:pt x="7981886" y="7564841"/>
                  </a:lnTo>
                  <a:lnTo>
                    <a:pt x="7981886" y="6102027"/>
                  </a:lnTo>
                  <a:lnTo>
                    <a:pt x="10449014" y="6102027"/>
                  </a:lnTo>
                  <a:lnTo>
                    <a:pt x="10449014" y="7564841"/>
                  </a:lnTo>
                  <a:lnTo>
                    <a:pt x="10594139" y="7564841"/>
                  </a:lnTo>
                  <a:lnTo>
                    <a:pt x="10594139" y="6102027"/>
                  </a:lnTo>
                  <a:lnTo>
                    <a:pt x="13133831" y="6102027"/>
                  </a:lnTo>
                  <a:lnTo>
                    <a:pt x="13133831" y="6018438"/>
                  </a:lnTo>
                  <a:lnTo>
                    <a:pt x="10594139" y="6018438"/>
                  </a:lnTo>
                  <a:lnTo>
                    <a:pt x="10594139" y="4597417"/>
                  </a:lnTo>
                  <a:lnTo>
                    <a:pt x="13133831" y="4597417"/>
                  </a:lnTo>
                  <a:lnTo>
                    <a:pt x="13133831" y="4513828"/>
                  </a:lnTo>
                  <a:lnTo>
                    <a:pt x="10594139" y="4513828"/>
                  </a:lnTo>
                  <a:lnTo>
                    <a:pt x="10594139" y="3092808"/>
                  </a:lnTo>
                  <a:lnTo>
                    <a:pt x="13133831" y="3092808"/>
                  </a:lnTo>
                  <a:lnTo>
                    <a:pt x="13133831" y="3009219"/>
                  </a:lnTo>
                  <a:lnTo>
                    <a:pt x="10594139" y="3009219"/>
                  </a:lnTo>
                  <a:lnTo>
                    <a:pt x="10594139" y="1588199"/>
                  </a:lnTo>
                  <a:lnTo>
                    <a:pt x="13133831" y="1588199"/>
                  </a:lnTo>
                  <a:lnTo>
                    <a:pt x="13133831" y="1504609"/>
                  </a:lnTo>
                  <a:lnTo>
                    <a:pt x="10594139" y="1504609"/>
                  </a:lnTo>
                  <a:lnTo>
                    <a:pt x="10594139" y="83589"/>
                  </a:lnTo>
                  <a:lnTo>
                    <a:pt x="13133831" y="83589"/>
                  </a:lnTo>
                  <a:close/>
                  <a:moveTo>
                    <a:pt x="2757379" y="1504609"/>
                  </a:moveTo>
                  <a:lnTo>
                    <a:pt x="2757379" y="83589"/>
                  </a:lnTo>
                  <a:lnTo>
                    <a:pt x="5224507" y="83589"/>
                  </a:lnTo>
                  <a:lnTo>
                    <a:pt x="5224507" y="1504609"/>
                  </a:lnTo>
                  <a:lnTo>
                    <a:pt x="2757379" y="1504609"/>
                  </a:lnTo>
                  <a:close/>
                  <a:moveTo>
                    <a:pt x="5224507" y="1588199"/>
                  </a:moveTo>
                  <a:lnTo>
                    <a:pt x="5224507" y="3009219"/>
                  </a:lnTo>
                  <a:lnTo>
                    <a:pt x="2757379" y="3009219"/>
                  </a:lnTo>
                  <a:lnTo>
                    <a:pt x="2757379" y="1588199"/>
                  </a:lnTo>
                  <a:lnTo>
                    <a:pt x="5224507" y="1588199"/>
                  </a:lnTo>
                  <a:close/>
                  <a:moveTo>
                    <a:pt x="2612254" y="1504609"/>
                  </a:moveTo>
                  <a:lnTo>
                    <a:pt x="145125" y="1504609"/>
                  </a:lnTo>
                  <a:lnTo>
                    <a:pt x="145125" y="83589"/>
                  </a:lnTo>
                  <a:lnTo>
                    <a:pt x="2612254" y="83589"/>
                  </a:lnTo>
                  <a:lnTo>
                    <a:pt x="2612254" y="1504609"/>
                  </a:lnTo>
                  <a:close/>
                  <a:moveTo>
                    <a:pt x="2612254" y="1588199"/>
                  </a:moveTo>
                  <a:lnTo>
                    <a:pt x="2612254" y="3009219"/>
                  </a:lnTo>
                  <a:lnTo>
                    <a:pt x="145125" y="3009219"/>
                  </a:lnTo>
                  <a:lnTo>
                    <a:pt x="145125" y="1588199"/>
                  </a:lnTo>
                  <a:lnTo>
                    <a:pt x="2612254" y="1588199"/>
                  </a:lnTo>
                  <a:close/>
                  <a:moveTo>
                    <a:pt x="2612254" y="3092808"/>
                  </a:moveTo>
                  <a:lnTo>
                    <a:pt x="2612254" y="4513828"/>
                  </a:lnTo>
                  <a:lnTo>
                    <a:pt x="145125" y="4513828"/>
                  </a:lnTo>
                  <a:lnTo>
                    <a:pt x="145125" y="3092808"/>
                  </a:lnTo>
                  <a:lnTo>
                    <a:pt x="2612254" y="3092808"/>
                  </a:lnTo>
                  <a:close/>
                  <a:moveTo>
                    <a:pt x="2757379" y="3092808"/>
                  </a:moveTo>
                  <a:lnTo>
                    <a:pt x="5224507" y="3092808"/>
                  </a:lnTo>
                  <a:lnTo>
                    <a:pt x="5224507" y="4513828"/>
                  </a:lnTo>
                  <a:lnTo>
                    <a:pt x="2757379" y="4513828"/>
                  </a:lnTo>
                  <a:lnTo>
                    <a:pt x="2757379" y="3092808"/>
                  </a:lnTo>
                  <a:close/>
                  <a:moveTo>
                    <a:pt x="5369632" y="3092808"/>
                  </a:moveTo>
                  <a:lnTo>
                    <a:pt x="7836760" y="3092808"/>
                  </a:lnTo>
                  <a:lnTo>
                    <a:pt x="7836760" y="4513828"/>
                  </a:lnTo>
                  <a:lnTo>
                    <a:pt x="5369632" y="4513828"/>
                  </a:lnTo>
                  <a:lnTo>
                    <a:pt x="5369632" y="3092808"/>
                  </a:lnTo>
                  <a:close/>
                  <a:moveTo>
                    <a:pt x="5369632" y="3009219"/>
                  </a:moveTo>
                  <a:lnTo>
                    <a:pt x="5369632" y="1588199"/>
                  </a:lnTo>
                  <a:lnTo>
                    <a:pt x="7836760" y="1588199"/>
                  </a:lnTo>
                  <a:lnTo>
                    <a:pt x="7836760" y="3009219"/>
                  </a:lnTo>
                  <a:lnTo>
                    <a:pt x="5369632" y="3009219"/>
                  </a:lnTo>
                  <a:close/>
                  <a:moveTo>
                    <a:pt x="5369632" y="1504609"/>
                  </a:moveTo>
                  <a:lnTo>
                    <a:pt x="5369632" y="83589"/>
                  </a:lnTo>
                  <a:lnTo>
                    <a:pt x="7836760" y="83589"/>
                  </a:lnTo>
                  <a:lnTo>
                    <a:pt x="7836760" y="1504609"/>
                  </a:lnTo>
                  <a:lnTo>
                    <a:pt x="5369632" y="1504609"/>
                  </a:lnTo>
                  <a:close/>
                  <a:moveTo>
                    <a:pt x="145125" y="6018438"/>
                  </a:moveTo>
                  <a:lnTo>
                    <a:pt x="145125" y="4597417"/>
                  </a:lnTo>
                  <a:lnTo>
                    <a:pt x="2612254" y="4597417"/>
                  </a:lnTo>
                  <a:lnTo>
                    <a:pt x="2612254" y="6018438"/>
                  </a:lnTo>
                  <a:lnTo>
                    <a:pt x="145125" y="6018438"/>
                  </a:lnTo>
                  <a:close/>
                  <a:moveTo>
                    <a:pt x="2757379" y="6018438"/>
                  </a:moveTo>
                  <a:lnTo>
                    <a:pt x="2757379" y="4597417"/>
                  </a:lnTo>
                  <a:lnTo>
                    <a:pt x="5224507" y="4597417"/>
                  </a:lnTo>
                  <a:lnTo>
                    <a:pt x="5224507" y="6018438"/>
                  </a:lnTo>
                  <a:lnTo>
                    <a:pt x="2757379" y="6018438"/>
                  </a:lnTo>
                  <a:close/>
                  <a:moveTo>
                    <a:pt x="5369632" y="6018438"/>
                  </a:moveTo>
                  <a:lnTo>
                    <a:pt x="5369632" y="4597417"/>
                  </a:lnTo>
                  <a:lnTo>
                    <a:pt x="7836760" y="4597417"/>
                  </a:lnTo>
                  <a:lnTo>
                    <a:pt x="7836760" y="6018438"/>
                  </a:lnTo>
                  <a:lnTo>
                    <a:pt x="5369632" y="6018438"/>
                  </a:lnTo>
                  <a:close/>
                  <a:moveTo>
                    <a:pt x="10449014" y="6018438"/>
                  </a:moveTo>
                  <a:lnTo>
                    <a:pt x="7981886" y="6018438"/>
                  </a:lnTo>
                  <a:lnTo>
                    <a:pt x="7981886" y="4597417"/>
                  </a:lnTo>
                  <a:lnTo>
                    <a:pt x="10449014" y="4597417"/>
                  </a:lnTo>
                  <a:lnTo>
                    <a:pt x="10449014" y="6018438"/>
                  </a:lnTo>
                  <a:close/>
                  <a:moveTo>
                    <a:pt x="10449014" y="4513828"/>
                  </a:moveTo>
                  <a:lnTo>
                    <a:pt x="7981886" y="4513828"/>
                  </a:lnTo>
                  <a:lnTo>
                    <a:pt x="7981886" y="3092808"/>
                  </a:lnTo>
                  <a:lnTo>
                    <a:pt x="10449014" y="3092808"/>
                  </a:lnTo>
                  <a:lnTo>
                    <a:pt x="10449014" y="4513828"/>
                  </a:lnTo>
                  <a:close/>
                  <a:moveTo>
                    <a:pt x="10449014" y="3009219"/>
                  </a:moveTo>
                  <a:lnTo>
                    <a:pt x="7981886" y="3009219"/>
                  </a:lnTo>
                  <a:lnTo>
                    <a:pt x="7981886" y="1588199"/>
                  </a:lnTo>
                  <a:lnTo>
                    <a:pt x="10449014" y="1588199"/>
                  </a:lnTo>
                  <a:lnTo>
                    <a:pt x="10449014" y="3009219"/>
                  </a:lnTo>
                  <a:close/>
                  <a:moveTo>
                    <a:pt x="10449014" y="1504609"/>
                  </a:moveTo>
                  <a:lnTo>
                    <a:pt x="7981886" y="1504609"/>
                  </a:lnTo>
                  <a:lnTo>
                    <a:pt x="7981886" y="83589"/>
                  </a:lnTo>
                  <a:lnTo>
                    <a:pt x="10449014" y="83589"/>
                  </a:lnTo>
                  <a:lnTo>
                    <a:pt x="10449014" y="1504609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1778" y="3427244"/>
            <a:ext cx="4861415" cy="941953"/>
            <a:chOff x="0" y="0"/>
            <a:chExt cx="2560745" cy="4961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0745" cy="496173"/>
            </a:xfrm>
            <a:custGeom>
              <a:avLst/>
              <a:gdLst/>
              <a:ahLst/>
              <a:cxnLst/>
              <a:rect r="r" b="b" t="t" l="l"/>
              <a:pathLst>
                <a:path h="496173" w="2560745">
                  <a:moveTo>
                    <a:pt x="47776" y="0"/>
                  </a:moveTo>
                  <a:lnTo>
                    <a:pt x="2512969" y="0"/>
                  </a:lnTo>
                  <a:cubicBezTo>
                    <a:pt x="2525640" y="0"/>
                    <a:pt x="2537792" y="5033"/>
                    <a:pt x="2546752" y="13993"/>
                  </a:cubicBezTo>
                  <a:cubicBezTo>
                    <a:pt x="2555712" y="22953"/>
                    <a:pt x="2560745" y="35105"/>
                    <a:pt x="2560745" y="47776"/>
                  </a:cubicBezTo>
                  <a:lnTo>
                    <a:pt x="2560745" y="448397"/>
                  </a:lnTo>
                  <a:cubicBezTo>
                    <a:pt x="2560745" y="474783"/>
                    <a:pt x="2539355" y="496173"/>
                    <a:pt x="2512969" y="496173"/>
                  </a:cubicBezTo>
                  <a:lnTo>
                    <a:pt x="47776" y="496173"/>
                  </a:lnTo>
                  <a:cubicBezTo>
                    <a:pt x="21390" y="496173"/>
                    <a:pt x="0" y="474783"/>
                    <a:pt x="0" y="448397"/>
                  </a:cubicBezTo>
                  <a:lnTo>
                    <a:pt x="0" y="47776"/>
                  </a:lnTo>
                  <a:cubicBezTo>
                    <a:pt x="0" y="21390"/>
                    <a:pt x="21390" y="0"/>
                    <a:pt x="47776" y="0"/>
                  </a:cubicBezTo>
                  <a:close/>
                </a:path>
              </a:pathLst>
            </a:custGeom>
            <a:solidFill>
              <a:srgbClr val="007E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560745" cy="534273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12807" y="3427244"/>
            <a:ext cx="4861415" cy="941953"/>
            <a:chOff x="0" y="0"/>
            <a:chExt cx="2560745" cy="4961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60745" cy="496173"/>
            </a:xfrm>
            <a:custGeom>
              <a:avLst/>
              <a:gdLst/>
              <a:ahLst/>
              <a:cxnLst/>
              <a:rect r="r" b="b" t="t" l="l"/>
              <a:pathLst>
                <a:path h="496173" w="2560745">
                  <a:moveTo>
                    <a:pt x="47776" y="0"/>
                  </a:moveTo>
                  <a:lnTo>
                    <a:pt x="2512969" y="0"/>
                  </a:lnTo>
                  <a:cubicBezTo>
                    <a:pt x="2525640" y="0"/>
                    <a:pt x="2537792" y="5033"/>
                    <a:pt x="2546752" y="13993"/>
                  </a:cubicBezTo>
                  <a:cubicBezTo>
                    <a:pt x="2555712" y="22953"/>
                    <a:pt x="2560745" y="35105"/>
                    <a:pt x="2560745" y="47776"/>
                  </a:cubicBezTo>
                  <a:lnTo>
                    <a:pt x="2560745" y="448397"/>
                  </a:lnTo>
                  <a:cubicBezTo>
                    <a:pt x="2560745" y="474783"/>
                    <a:pt x="2539355" y="496173"/>
                    <a:pt x="2512969" y="496173"/>
                  </a:cubicBezTo>
                  <a:lnTo>
                    <a:pt x="47776" y="496173"/>
                  </a:lnTo>
                  <a:cubicBezTo>
                    <a:pt x="21390" y="496173"/>
                    <a:pt x="0" y="474783"/>
                    <a:pt x="0" y="448397"/>
                  </a:cubicBezTo>
                  <a:lnTo>
                    <a:pt x="0" y="47776"/>
                  </a:lnTo>
                  <a:cubicBezTo>
                    <a:pt x="0" y="21390"/>
                    <a:pt x="21390" y="0"/>
                    <a:pt x="47776" y="0"/>
                  </a:cubicBezTo>
                  <a:close/>
                </a:path>
              </a:pathLst>
            </a:custGeom>
            <a:solidFill>
              <a:srgbClr val="007E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60745" cy="534273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74807" y="3427244"/>
            <a:ext cx="4861415" cy="941953"/>
            <a:chOff x="0" y="0"/>
            <a:chExt cx="2560745" cy="4961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0745" cy="496173"/>
            </a:xfrm>
            <a:custGeom>
              <a:avLst/>
              <a:gdLst/>
              <a:ahLst/>
              <a:cxnLst/>
              <a:rect r="r" b="b" t="t" l="l"/>
              <a:pathLst>
                <a:path h="496173" w="2560745">
                  <a:moveTo>
                    <a:pt x="47776" y="0"/>
                  </a:moveTo>
                  <a:lnTo>
                    <a:pt x="2512969" y="0"/>
                  </a:lnTo>
                  <a:cubicBezTo>
                    <a:pt x="2525640" y="0"/>
                    <a:pt x="2537792" y="5033"/>
                    <a:pt x="2546752" y="13993"/>
                  </a:cubicBezTo>
                  <a:cubicBezTo>
                    <a:pt x="2555712" y="22953"/>
                    <a:pt x="2560745" y="35105"/>
                    <a:pt x="2560745" y="47776"/>
                  </a:cubicBezTo>
                  <a:lnTo>
                    <a:pt x="2560745" y="448397"/>
                  </a:lnTo>
                  <a:cubicBezTo>
                    <a:pt x="2560745" y="474783"/>
                    <a:pt x="2539355" y="496173"/>
                    <a:pt x="2512969" y="496173"/>
                  </a:cubicBezTo>
                  <a:lnTo>
                    <a:pt x="47776" y="496173"/>
                  </a:lnTo>
                  <a:cubicBezTo>
                    <a:pt x="21390" y="496173"/>
                    <a:pt x="0" y="474783"/>
                    <a:pt x="0" y="448397"/>
                  </a:cubicBezTo>
                  <a:lnTo>
                    <a:pt x="0" y="47776"/>
                  </a:lnTo>
                  <a:cubicBezTo>
                    <a:pt x="0" y="21390"/>
                    <a:pt x="21390" y="0"/>
                    <a:pt x="47776" y="0"/>
                  </a:cubicBezTo>
                  <a:close/>
                </a:path>
              </a:pathLst>
            </a:custGeom>
            <a:solidFill>
              <a:srgbClr val="007E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560745" cy="534273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637079" y="1028700"/>
            <a:ext cx="9013843" cy="1883905"/>
            <a:chOff x="0" y="0"/>
            <a:chExt cx="2374016" cy="4961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4016" cy="496173"/>
            </a:xfrm>
            <a:custGeom>
              <a:avLst/>
              <a:gdLst/>
              <a:ahLst/>
              <a:cxnLst/>
              <a:rect r="r" b="b" t="t" l="l"/>
              <a:pathLst>
                <a:path h="496173" w="2374016">
                  <a:moveTo>
                    <a:pt x="42945" y="0"/>
                  </a:moveTo>
                  <a:lnTo>
                    <a:pt x="2331072" y="0"/>
                  </a:lnTo>
                  <a:cubicBezTo>
                    <a:pt x="2354789" y="0"/>
                    <a:pt x="2374016" y="19227"/>
                    <a:pt x="2374016" y="42945"/>
                  </a:cubicBezTo>
                  <a:lnTo>
                    <a:pt x="2374016" y="453228"/>
                  </a:lnTo>
                  <a:cubicBezTo>
                    <a:pt x="2374016" y="476946"/>
                    <a:pt x="2354789" y="496173"/>
                    <a:pt x="2331072" y="496173"/>
                  </a:cubicBezTo>
                  <a:lnTo>
                    <a:pt x="42945" y="496173"/>
                  </a:lnTo>
                  <a:cubicBezTo>
                    <a:pt x="19227" y="496173"/>
                    <a:pt x="0" y="476946"/>
                    <a:pt x="0" y="453228"/>
                  </a:cubicBezTo>
                  <a:lnTo>
                    <a:pt x="0" y="42945"/>
                  </a:lnTo>
                  <a:cubicBezTo>
                    <a:pt x="0" y="19227"/>
                    <a:pt x="19227" y="0"/>
                    <a:pt x="42945" y="0"/>
                  </a:cubicBezTo>
                  <a:close/>
                </a:path>
              </a:pathLst>
            </a:custGeom>
            <a:solidFill>
              <a:srgbClr val="B5151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374016" cy="53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876489" y="6405181"/>
            <a:ext cx="3211993" cy="3211993"/>
          </a:xfrm>
          <a:custGeom>
            <a:avLst/>
            <a:gdLst/>
            <a:ahLst/>
            <a:cxnLst/>
            <a:rect r="r" b="b" t="t" l="l"/>
            <a:pathLst>
              <a:path h="3211993" w="3211993">
                <a:moveTo>
                  <a:pt x="0" y="0"/>
                </a:moveTo>
                <a:lnTo>
                  <a:pt x="3211993" y="0"/>
                </a:lnTo>
                <a:lnTo>
                  <a:pt x="3211993" y="3211993"/>
                </a:lnTo>
                <a:lnTo>
                  <a:pt x="0" y="3211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831586" y="6258445"/>
            <a:ext cx="3076231" cy="3057005"/>
          </a:xfrm>
          <a:custGeom>
            <a:avLst/>
            <a:gdLst/>
            <a:ahLst/>
            <a:cxnLst/>
            <a:rect r="r" b="b" t="t" l="l"/>
            <a:pathLst>
              <a:path h="3057005" w="3076231">
                <a:moveTo>
                  <a:pt x="0" y="0"/>
                </a:moveTo>
                <a:lnTo>
                  <a:pt x="3076231" y="0"/>
                </a:lnTo>
                <a:lnTo>
                  <a:pt x="3076231" y="3057005"/>
                </a:lnTo>
                <a:lnTo>
                  <a:pt x="0" y="3057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512207" y="6201295"/>
            <a:ext cx="3256953" cy="3228455"/>
          </a:xfrm>
          <a:custGeom>
            <a:avLst/>
            <a:gdLst/>
            <a:ahLst/>
            <a:cxnLst/>
            <a:rect r="r" b="b" t="t" l="l"/>
            <a:pathLst>
              <a:path h="3228455" w="3256953">
                <a:moveTo>
                  <a:pt x="0" y="0"/>
                </a:moveTo>
                <a:lnTo>
                  <a:pt x="3256953" y="0"/>
                </a:lnTo>
                <a:lnTo>
                  <a:pt x="3256953" y="3228455"/>
                </a:lnTo>
                <a:lnTo>
                  <a:pt x="0" y="322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27199" y="3516245"/>
            <a:ext cx="4510572" cy="68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7"/>
              </a:lnSpc>
              <a:spcBef>
                <a:spcPct val="0"/>
              </a:spcBef>
            </a:pPr>
            <a:r>
              <a:rPr lang="en-US" sz="4026">
                <a:solidFill>
                  <a:srgbClr val="FFFFFF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질문만들기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1778" y="4582129"/>
            <a:ext cx="4861415" cy="116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3인 1조 만들기</a:t>
            </a:r>
          </a:p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개인 질문 만들기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0229" y="3516245"/>
            <a:ext cx="4510572" cy="68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7"/>
              </a:lnSpc>
              <a:spcBef>
                <a:spcPct val="0"/>
              </a:spcBef>
            </a:pPr>
            <a:r>
              <a:rPr lang="en-US" sz="4026">
                <a:solidFill>
                  <a:srgbClr val="FFFFFF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소크라틱 세미나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74807" y="4582129"/>
            <a:ext cx="4861415" cy="116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질문을 중심으로 </a:t>
            </a:r>
          </a:p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소크라틱 세미나 진행하기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88228" y="3516245"/>
            <a:ext cx="4510572" cy="68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7"/>
              </a:lnSpc>
              <a:spcBef>
                <a:spcPct val="0"/>
              </a:spcBef>
            </a:pPr>
            <a:r>
              <a:rPr lang="en-US" sz="4026">
                <a:solidFill>
                  <a:srgbClr val="FFFFFF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질문 공유하기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53738" y="4582129"/>
            <a:ext cx="5901548" cy="116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질문을 공유하여 이야기를 나누고 </a:t>
            </a:r>
          </a:p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593D1E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모둠 질문 선택하기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75793" y="1208888"/>
            <a:ext cx="8736413" cy="137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4"/>
              </a:lnSpc>
              <a:spcBef>
                <a:spcPct val="0"/>
              </a:spcBef>
            </a:pPr>
            <a:r>
              <a:rPr lang="en-US" b="true" sz="8053">
                <a:solidFill>
                  <a:srgbClr val="FFFFFF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산딸기 크림 봉봉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2662" y="-240003"/>
            <a:ext cx="18693324" cy="1076700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3831" cy="7564841"/>
            </a:xfrm>
            <a:custGeom>
              <a:avLst/>
              <a:gdLst/>
              <a:ahLst/>
              <a:cxnLst/>
              <a:rect r="r" b="b" t="t" l="l"/>
              <a:pathLst>
                <a:path h="7564841" w="13133831">
                  <a:moveTo>
                    <a:pt x="13133831" y="83589"/>
                  </a:moveTo>
                  <a:lnTo>
                    <a:pt x="13133831" y="0"/>
                  </a:lnTo>
                  <a:lnTo>
                    <a:pt x="72563" y="0"/>
                  </a:lnTo>
                  <a:lnTo>
                    <a:pt x="72563" y="41795"/>
                  </a:lnTo>
                  <a:lnTo>
                    <a:pt x="0" y="41795"/>
                  </a:lnTo>
                  <a:lnTo>
                    <a:pt x="0" y="7564841"/>
                  </a:lnTo>
                  <a:lnTo>
                    <a:pt x="145125" y="7564841"/>
                  </a:lnTo>
                  <a:lnTo>
                    <a:pt x="145125" y="6102027"/>
                  </a:lnTo>
                  <a:lnTo>
                    <a:pt x="2612254" y="6102027"/>
                  </a:lnTo>
                  <a:lnTo>
                    <a:pt x="2612254" y="7564841"/>
                  </a:lnTo>
                  <a:lnTo>
                    <a:pt x="2757379" y="7564841"/>
                  </a:lnTo>
                  <a:lnTo>
                    <a:pt x="2757379" y="6102027"/>
                  </a:lnTo>
                  <a:lnTo>
                    <a:pt x="5224507" y="6102027"/>
                  </a:lnTo>
                  <a:lnTo>
                    <a:pt x="5224507" y="7564841"/>
                  </a:lnTo>
                  <a:lnTo>
                    <a:pt x="5369632" y="7564841"/>
                  </a:lnTo>
                  <a:lnTo>
                    <a:pt x="5369632" y="6102027"/>
                  </a:lnTo>
                  <a:lnTo>
                    <a:pt x="7836760" y="6102027"/>
                  </a:lnTo>
                  <a:lnTo>
                    <a:pt x="7836760" y="7564841"/>
                  </a:lnTo>
                  <a:lnTo>
                    <a:pt x="7981886" y="7564841"/>
                  </a:lnTo>
                  <a:lnTo>
                    <a:pt x="7981886" y="6102027"/>
                  </a:lnTo>
                  <a:lnTo>
                    <a:pt x="10449014" y="6102027"/>
                  </a:lnTo>
                  <a:lnTo>
                    <a:pt x="10449014" y="7564841"/>
                  </a:lnTo>
                  <a:lnTo>
                    <a:pt x="10594139" y="7564841"/>
                  </a:lnTo>
                  <a:lnTo>
                    <a:pt x="10594139" y="6102027"/>
                  </a:lnTo>
                  <a:lnTo>
                    <a:pt x="13133831" y="6102027"/>
                  </a:lnTo>
                  <a:lnTo>
                    <a:pt x="13133831" y="6018438"/>
                  </a:lnTo>
                  <a:lnTo>
                    <a:pt x="10594139" y="6018438"/>
                  </a:lnTo>
                  <a:lnTo>
                    <a:pt x="10594139" y="4597417"/>
                  </a:lnTo>
                  <a:lnTo>
                    <a:pt x="13133831" y="4597417"/>
                  </a:lnTo>
                  <a:lnTo>
                    <a:pt x="13133831" y="4513828"/>
                  </a:lnTo>
                  <a:lnTo>
                    <a:pt x="10594139" y="4513828"/>
                  </a:lnTo>
                  <a:lnTo>
                    <a:pt x="10594139" y="3092808"/>
                  </a:lnTo>
                  <a:lnTo>
                    <a:pt x="13133831" y="3092808"/>
                  </a:lnTo>
                  <a:lnTo>
                    <a:pt x="13133831" y="3009219"/>
                  </a:lnTo>
                  <a:lnTo>
                    <a:pt x="10594139" y="3009219"/>
                  </a:lnTo>
                  <a:lnTo>
                    <a:pt x="10594139" y="1588199"/>
                  </a:lnTo>
                  <a:lnTo>
                    <a:pt x="13133831" y="1588199"/>
                  </a:lnTo>
                  <a:lnTo>
                    <a:pt x="13133831" y="1504609"/>
                  </a:lnTo>
                  <a:lnTo>
                    <a:pt x="10594139" y="1504609"/>
                  </a:lnTo>
                  <a:lnTo>
                    <a:pt x="10594139" y="83589"/>
                  </a:lnTo>
                  <a:lnTo>
                    <a:pt x="13133831" y="83589"/>
                  </a:lnTo>
                  <a:close/>
                  <a:moveTo>
                    <a:pt x="2757379" y="1504609"/>
                  </a:moveTo>
                  <a:lnTo>
                    <a:pt x="2757379" y="83589"/>
                  </a:lnTo>
                  <a:lnTo>
                    <a:pt x="5224507" y="83589"/>
                  </a:lnTo>
                  <a:lnTo>
                    <a:pt x="5224507" y="1504609"/>
                  </a:lnTo>
                  <a:lnTo>
                    <a:pt x="2757379" y="1504609"/>
                  </a:lnTo>
                  <a:close/>
                  <a:moveTo>
                    <a:pt x="5224507" y="1588199"/>
                  </a:moveTo>
                  <a:lnTo>
                    <a:pt x="5224507" y="3009219"/>
                  </a:lnTo>
                  <a:lnTo>
                    <a:pt x="2757379" y="3009219"/>
                  </a:lnTo>
                  <a:lnTo>
                    <a:pt x="2757379" y="1588199"/>
                  </a:lnTo>
                  <a:lnTo>
                    <a:pt x="5224507" y="1588199"/>
                  </a:lnTo>
                  <a:close/>
                  <a:moveTo>
                    <a:pt x="2612254" y="1504609"/>
                  </a:moveTo>
                  <a:lnTo>
                    <a:pt x="145125" y="1504609"/>
                  </a:lnTo>
                  <a:lnTo>
                    <a:pt x="145125" y="83589"/>
                  </a:lnTo>
                  <a:lnTo>
                    <a:pt x="2612254" y="83589"/>
                  </a:lnTo>
                  <a:lnTo>
                    <a:pt x="2612254" y="1504609"/>
                  </a:lnTo>
                  <a:close/>
                  <a:moveTo>
                    <a:pt x="2612254" y="1588199"/>
                  </a:moveTo>
                  <a:lnTo>
                    <a:pt x="2612254" y="3009219"/>
                  </a:lnTo>
                  <a:lnTo>
                    <a:pt x="145125" y="3009219"/>
                  </a:lnTo>
                  <a:lnTo>
                    <a:pt x="145125" y="1588199"/>
                  </a:lnTo>
                  <a:lnTo>
                    <a:pt x="2612254" y="1588199"/>
                  </a:lnTo>
                  <a:close/>
                  <a:moveTo>
                    <a:pt x="2612254" y="3092808"/>
                  </a:moveTo>
                  <a:lnTo>
                    <a:pt x="2612254" y="4513828"/>
                  </a:lnTo>
                  <a:lnTo>
                    <a:pt x="145125" y="4513828"/>
                  </a:lnTo>
                  <a:lnTo>
                    <a:pt x="145125" y="3092808"/>
                  </a:lnTo>
                  <a:lnTo>
                    <a:pt x="2612254" y="3092808"/>
                  </a:lnTo>
                  <a:close/>
                  <a:moveTo>
                    <a:pt x="2757379" y="3092808"/>
                  </a:moveTo>
                  <a:lnTo>
                    <a:pt x="5224507" y="3092808"/>
                  </a:lnTo>
                  <a:lnTo>
                    <a:pt x="5224507" y="4513828"/>
                  </a:lnTo>
                  <a:lnTo>
                    <a:pt x="2757379" y="4513828"/>
                  </a:lnTo>
                  <a:lnTo>
                    <a:pt x="2757379" y="3092808"/>
                  </a:lnTo>
                  <a:close/>
                  <a:moveTo>
                    <a:pt x="5369632" y="3092808"/>
                  </a:moveTo>
                  <a:lnTo>
                    <a:pt x="7836760" y="3092808"/>
                  </a:lnTo>
                  <a:lnTo>
                    <a:pt x="7836760" y="4513828"/>
                  </a:lnTo>
                  <a:lnTo>
                    <a:pt x="5369632" y="4513828"/>
                  </a:lnTo>
                  <a:lnTo>
                    <a:pt x="5369632" y="3092808"/>
                  </a:lnTo>
                  <a:close/>
                  <a:moveTo>
                    <a:pt x="5369632" y="3009219"/>
                  </a:moveTo>
                  <a:lnTo>
                    <a:pt x="5369632" y="1588199"/>
                  </a:lnTo>
                  <a:lnTo>
                    <a:pt x="7836760" y="1588199"/>
                  </a:lnTo>
                  <a:lnTo>
                    <a:pt x="7836760" y="3009219"/>
                  </a:lnTo>
                  <a:lnTo>
                    <a:pt x="5369632" y="3009219"/>
                  </a:lnTo>
                  <a:close/>
                  <a:moveTo>
                    <a:pt x="5369632" y="1504609"/>
                  </a:moveTo>
                  <a:lnTo>
                    <a:pt x="5369632" y="83589"/>
                  </a:lnTo>
                  <a:lnTo>
                    <a:pt x="7836760" y="83589"/>
                  </a:lnTo>
                  <a:lnTo>
                    <a:pt x="7836760" y="1504609"/>
                  </a:lnTo>
                  <a:lnTo>
                    <a:pt x="5369632" y="1504609"/>
                  </a:lnTo>
                  <a:close/>
                  <a:moveTo>
                    <a:pt x="145125" y="6018438"/>
                  </a:moveTo>
                  <a:lnTo>
                    <a:pt x="145125" y="4597417"/>
                  </a:lnTo>
                  <a:lnTo>
                    <a:pt x="2612254" y="4597417"/>
                  </a:lnTo>
                  <a:lnTo>
                    <a:pt x="2612254" y="6018438"/>
                  </a:lnTo>
                  <a:lnTo>
                    <a:pt x="145125" y="6018438"/>
                  </a:lnTo>
                  <a:close/>
                  <a:moveTo>
                    <a:pt x="2757379" y="6018438"/>
                  </a:moveTo>
                  <a:lnTo>
                    <a:pt x="2757379" y="4597417"/>
                  </a:lnTo>
                  <a:lnTo>
                    <a:pt x="5224507" y="4597417"/>
                  </a:lnTo>
                  <a:lnTo>
                    <a:pt x="5224507" y="6018438"/>
                  </a:lnTo>
                  <a:lnTo>
                    <a:pt x="2757379" y="6018438"/>
                  </a:lnTo>
                  <a:close/>
                  <a:moveTo>
                    <a:pt x="5369632" y="6018438"/>
                  </a:moveTo>
                  <a:lnTo>
                    <a:pt x="5369632" y="4597417"/>
                  </a:lnTo>
                  <a:lnTo>
                    <a:pt x="7836760" y="4597417"/>
                  </a:lnTo>
                  <a:lnTo>
                    <a:pt x="7836760" y="6018438"/>
                  </a:lnTo>
                  <a:lnTo>
                    <a:pt x="5369632" y="6018438"/>
                  </a:lnTo>
                  <a:close/>
                  <a:moveTo>
                    <a:pt x="10449014" y="6018438"/>
                  </a:moveTo>
                  <a:lnTo>
                    <a:pt x="7981886" y="6018438"/>
                  </a:lnTo>
                  <a:lnTo>
                    <a:pt x="7981886" y="4597417"/>
                  </a:lnTo>
                  <a:lnTo>
                    <a:pt x="10449014" y="4597417"/>
                  </a:lnTo>
                  <a:lnTo>
                    <a:pt x="10449014" y="6018438"/>
                  </a:lnTo>
                  <a:close/>
                  <a:moveTo>
                    <a:pt x="10449014" y="4513828"/>
                  </a:moveTo>
                  <a:lnTo>
                    <a:pt x="7981886" y="4513828"/>
                  </a:lnTo>
                  <a:lnTo>
                    <a:pt x="7981886" y="3092808"/>
                  </a:lnTo>
                  <a:lnTo>
                    <a:pt x="10449014" y="3092808"/>
                  </a:lnTo>
                  <a:lnTo>
                    <a:pt x="10449014" y="4513828"/>
                  </a:lnTo>
                  <a:close/>
                  <a:moveTo>
                    <a:pt x="10449014" y="3009219"/>
                  </a:moveTo>
                  <a:lnTo>
                    <a:pt x="7981886" y="3009219"/>
                  </a:lnTo>
                  <a:lnTo>
                    <a:pt x="7981886" y="1588199"/>
                  </a:lnTo>
                  <a:lnTo>
                    <a:pt x="10449014" y="1588199"/>
                  </a:lnTo>
                  <a:lnTo>
                    <a:pt x="10449014" y="3009219"/>
                  </a:lnTo>
                  <a:close/>
                  <a:moveTo>
                    <a:pt x="10449014" y="1504609"/>
                  </a:moveTo>
                  <a:lnTo>
                    <a:pt x="7981886" y="1504609"/>
                  </a:lnTo>
                  <a:lnTo>
                    <a:pt x="7981886" y="83589"/>
                  </a:lnTo>
                  <a:lnTo>
                    <a:pt x="10449014" y="83589"/>
                  </a:lnTo>
                  <a:lnTo>
                    <a:pt x="10449014" y="1504609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4323255">
            <a:off x="2047071" y="5310965"/>
            <a:ext cx="6205019" cy="1220193"/>
          </a:xfrm>
          <a:custGeom>
            <a:avLst/>
            <a:gdLst/>
            <a:ahLst/>
            <a:cxnLst/>
            <a:rect r="r" b="b" t="t" l="l"/>
            <a:pathLst>
              <a:path h="1220193" w="6205019">
                <a:moveTo>
                  <a:pt x="0" y="0"/>
                </a:moveTo>
                <a:lnTo>
                  <a:pt x="6205019" y="0"/>
                </a:lnTo>
                <a:lnTo>
                  <a:pt x="6205019" y="1220193"/>
                </a:lnTo>
                <a:lnTo>
                  <a:pt x="0" y="1220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60652" r="0" b="-8677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76744">
            <a:off x="1005981" y="1094540"/>
            <a:ext cx="6205019" cy="3224040"/>
          </a:xfrm>
          <a:custGeom>
            <a:avLst/>
            <a:gdLst/>
            <a:ahLst/>
            <a:cxnLst/>
            <a:rect r="r" b="b" t="t" l="l"/>
            <a:pathLst>
              <a:path h="3224040" w="6205019">
                <a:moveTo>
                  <a:pt x="0" y="0"/>
                </a:moveTo>
                <a:lnTo>
                  <a:pt x="6205019" y="0"/>
                </a:lnTo>
                <a:lnTo>
                  <a:pt x="6205019" y="3224040"/>
                </a:lnTo>
                <a:lnTo>
                  <a:pt x="0" y="3224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4503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447394">
            <a:off x="7242197" y="4958172"/>
            <a:ext cx="2370008" cy="3532532"/>
          </a:xfrm>
          <a:custGeom>
            <a:avLst/>
            <a:gdLst/>
            <a:ahLst/>
            <a:cxnLst/>
            <a:rect r="r" b="b" t="t" l="l"/>
            <a:pathLst>
              <a:path h="3532532" w="2370008">
                <a:moveTo>
                  <a:pt x="0" y="0"/>
                </a:moveTo>
                <a:lnTo>
                  <a:pt x="2370008" y="0"/>
                </a:lnTo>
                <a:lnTo>
                  <a:pt x="2370008" y="3532532"/>
                </a:lnTo>
                <a:lnTo>
                  <a:pt x="0" y="3532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09167">
            <a:off x="5289402" y="3853100"/>
            <a:ext cx="1905928" cy="2840814"/>
          </a:xfrm>
          <a:custGeom>
            <a:avLst/>
            <a:gdLst/>
            <a:ahLst/>
            <a:cxnLst/>
            <a:rect r="r" b="b" t="t" l="l"/>
            <a:pathLst>
              <a:path h="2840814" w="1905928">
                <a:moveTo>
                  <a:pt x="0" y="0"/>
                </a:moveTo>
                <a:lnTo>
                  <a:pt x="1905928" y="0"/>
                </a:lnTo>
                <a:lnTo>
                  <a:pt x="1905928" y="2840814"/>
                </a:lnTo>
                <a:lnTo>
                  <a:pt x="0" y="28408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21087">
            <a:off x="8848533" y="4474068"/>
            <a:ext cx="2370008" cy="3532532"/>
          </a:xfrm>
          <a:custGeom>
            <a:avLst/>
            <a:gdLst/>
            <a:ahLst/>
            <a:cxnLst/>
            <a:rect r="r" b="b" t="t" l="l"/>
            <a:pathLst>
              <a:path h="3532532" w="2370008">
                <a:moveTo>
                  <a:pt x="0" y="0"/>
                </a:moveTo>
                <a:lnTo>
                  <a:pt x="2370008" y="0"/>
                </a:lnTo>
                <a:lnTo>
                  <a:pt x="2370008" y="3532532"/>
                </a:lnTo>
                <a:lnTo>
                  <a:pt x="0" y="3532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405706">
            <a:off x="12470790" y="4943567"/>
            <a:ext cx="2218573" cy="3306816"/>
          </a:xfrm>
          <a:custGeom>
            <a:avLst/>
            <a:gdLst/>
            <a:ahLst/>
            <a:cxnLst/>
            <a:rect r="r" b="b" t="t" l="l"/>
            <a:pathLst>
              <a:path h="3306816" w="2218573">
                <a:moveTo>
                  <a:pt x="0" y="0"/>
                </a:moveTo>
                <a:lnTo>
                  <a:pt x="2218573" y="0"/>
                </a:lnTo>
                <a:lnTo>
                  <a:pt x="2218573" y="3306817"/>
                </a:lnTo>
                <a:lnTo>
                  <a:pt x="0" y="33068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09167">
            <a:off x="10796056" y="5353355"/>
            <a:ext cx="1905928" cy="2840814"/>
          </a:xfrm>
          <a:custGeom>
            <a:avLst/>
            <a:gdLst/>
            <a:ahLst/>
            <a:cxnLst/>
            <a:rect r="r" b="b" t="t" l="l"/>
            <a:pathLst>
              <a:path h="2840814" w="1905928">
                <a:moveTo>
                  <a:pt x="0" y="0"/>
                </a:moveTo>
                <a:lnTo>
                  <a:pt x="1905928" y="0"/>
                </a:lnTo>
                <a:lnTo>
                  <a:pt x="1905928" y="2840813"/>
                </a:lnTo>
                <a:lnTo>
                  <a:pt x="0" y="28408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699999">
            <a:off x="5904751" y="5007495"/>
            <a:ext cx="2370008" cy="3532532"/>
          </a:xfrm>
          <a:custGeom>
            <a:avLst/>
            <a:gdLst/>
            <a:ahLst/>
            <a:cxnLst/>
            <a:rect r="r" b="b" t="t" l="l"/>
            <a:pathLst>
              <a:path h="3532532" w="2370008">
                <a:moveTo>
                  <a:pt x="0" y="0"/>
                </a:moveTo>
                <a:lnTo>
                  <a:pt x="2370007" y="0"/>
                </a:lnTo>
                <a:lnTo>
                  <a:pt x="2370007" y="3532532"/>
                </a:lnTo>
                <a:lnTo>
                  <a:pt x="0" y="3532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472104">
            <a:off x="3659134" y="4830709"/>
            <a:ext cx="2370008" cy="3532532"/>
          </a:xfrm>
          <a:custGeom>
            <a:avLst/>
            <a:gdLst/>
            <a:ahLst/>
            <a:cxnLst/>
            <a:rect r="r" b="b" t="t" l="l"/>
            <a:pathLst>
              <a:path h="3532532" w="2370008">
                <a:moveTo>
                  <a:pt x="0" y="0"/>
                </a:moveTo>
                <a:lnTo>
                  <a:pt x="2370008" y="0"/>
                </a:lnTo>
                <a:lnTo>
                  <a:pt x="2370008" y="3532532"/>
                </a:lnTo>
                <a:lnTo>
                  <a:pt x="0" y="3532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797365" y="7181338"/>
            <a:ext cx="10758504" cy="5494755"/>
          </a:xfrm>
          <a:custGeom>
            <a:avLst/>
            <a:gdLst/>
            <a:ahLst/>
            <a:cxnLst/>
            <a:rect r="r" b="b" t="t" l="l"/>
            <a:pathLst>
              <a:path h="5494755" w="10758504">
                <a:moveTo>
                  <a:pt x="0" y="0"/>
                </a:moveTo>
                <a:lnTo>
                  <a:pt x="10758504" y="0"/>
                </a:lnTo>
                <a:lnTo>
                  <a:pt x="10758504" y="5494755"/>
                </a:lnTo>
                <a:lnTo>
                  <a:pt x="0" y="54947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7405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339382" y="-390546"/>
            <a:ext cx="9205944" cy="5891804"/>
          </a:xfrm>
          <a:custGeom>
            <a:avLst/>
            <a:gdLst/>
            <a:ahLst/>
            <a:cxnLst/>
            <a:rect r="r" b="b" t="t" l="l"/>
            <a:pathLst>
              <a:path h="5891804" w="9205944">
                <a:moveTo>
                  <a:pt x="0" y="0"/>
                </a:moveTo>
                <a:lnTo>
                  <a:pt x="9205944" y="0"/>
                </a:lnTo>
                <a:lnTo>
                  <a:pt x="9205944" y="5891804"/>
                </a:lnTo>
                <a:lnTo>
                  <a:pt x="0" y="58918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-1076744">
            <a:off x="1326533" y="1406006"/>
            <a:ext cx="5522826" cy="2474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9"/>
              </a:lnSpc>
              <a:spcBef>
                <a:spcPct val="0"/>
              </a:spcBef>
            </a:pPr>
            <a:r>
              <a:rPr lang="en-US" b="true" sz="7114">
                <a:solidFill>
                  <a:srgbClr val="FFFFFF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Thank you for listening!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DAGlUc4S0wk</dc:identifier>
  <dcterms:modified xsi:type="dcterms:W3CDTF">2011-08-01T06:04:30Z</dcterms:modified>
  <cp:revision>1</cp:revision>
  <dc:title>산딸기 크림 봉봉</dc:title>
</cp:coreProperties>
</file>