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slide" Target="slides/slide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38017"/>
            <a:ext cx="18294652" cy="10210966"/>
            <a:chOff x="0" y="0"/>
            <a:chExt cx="23300272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/>
              <a:stretch>
                <a:fillRect/>
              </a:stretch>
            </a:blipFill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791200" y="4367173"/>
            <a:ext cx="11819652" cy="141450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160"/>
              </a:lnSpc>
              <a:defRPr/>
            </a:pPr>
            <a:r>
              <a:rPr lang="en-US" sz="7971" spc="-279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1부 :파노라마 토론의 이해</a:t>
            </a:r>
            <a:endParaRPr lang="en-US" sz="7971" spc="-279">
              <a:solidFill>
                <a:srgbClr val="0000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4392868" cy="136146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92868" cy="13614622"/>
              <a:chOff x="0" y="0"/>
              <a:chExt cx="23300271" cy="13004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00310" cy="13004800"/>
              </a:xfrm>
              <a:custGeom>
                <a:avLst/>
                <a:gdLst/>
                <a:ahLst/>
                <a:cxnLst/>
                <a:rect r="r" b="b" t="t" l="l"/>
                <a:pathLst>
                  <a:path h="13004800" w="23300310">
                    <a:moveTo>
                      <a:pt x="0" y="0"/>
                    </a:moveTo>
                    <a:lnTo>
                      <a:pt x="23300310" y="0"/>
                    </a:lnTo>
                    <a:lnTo>
                      <a:pt x="23300310" y="13004800"/>
                    </a:lnTo>
                    <a:lnTo>
                      <a:pt x="0" y="1300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0" b="0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3011091" y="9733062"/>
              <a:ext cx="594248" cy="374150"/>
              <a:chOff x="0" y="0"/>
              <a:chExt cx="118256" cy="7445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8256" cy="74456"/>
              </a:xfrm>
              <a:custGeom>
                <a:avLst/>
                <a:gdLst/>
                <a:ahLst/>
                <a:cxnLst/>
                <a:rect r="r" b="b" t="t" l="l"/>
                <a:pathLst>
                  <a:path h="74456" w="118256">
                    <a:moveTo>
                      <a:pt x="37228" y="0"/>
                    </a:moveTo>
                    <a:lnTo>
                      <a:pt x="81028" y="0"/>
                    </a:lnTo>
                    <a:cubicBezTo>
                      <a:pt x="101589" y="0"/>
                      <a:pt x="118256" y="16668"/>
                      <a:pt x="118256" y="37228"/>
                    </a:cubicBezTo>
                    <a:lnTo>
                      <a:pt x="118256" y="37228"/>
                    </a:lnTo>
                    <a:cubicBezTo>
                      <a:pt x="118256" y="57789"/>
                      <a:pt x="101589" y="74456"/>
                      <a:pt x="81028" y="74456"/>
                    </a:cubicBezTo>
                    <a:lnTo>
                      <a:pt x="37228" y="74456"/>
                    </a:lnTo>
                    <a:cubicBezTo>
                      <a:pt x="16668" y="74456"/>
                      <a:pt x="0" y="57789"/>
                      <a:pt x="0" y="37228"/>
                    </a:cubicBezTo>
                    <a:lnTo>
                      <a:pt x="0" y="37228"/>
                    </a:lnTo>
                    <a:cubicBezTo>
                      <a:pt x="0" y="16668"/>
                      <a:pt x="16668" y="0"/>
                      <a:pt x="37228" y="0"/>
                    </a:cubicBezTo>
                    <a:close/>
                  </a:path>
                </a:pathLst>
              </a:custGeom>
              <a:solidFill>
                <a:srgbClr val="FCF7EB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8256" cy="1125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38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</ep:Words>
  <ep:PresentationFormat>On-screen Show (4:3)</ep:PresentationFormat>
  <ep:Paragraphs>1</ep:Paragraphs>
  <ep:Slides>16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율</cp:lastModifiedBy>
  <dcterms:modified xsi:type="dcterms:W3CDTF">2026-05-12T14:08:39.655</dcterms:modified>
  <cp:revision>2</cp:revision>
  <dc:title>파노라마 토론(꽃을 너에게 줄게)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